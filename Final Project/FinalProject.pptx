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
  </p:notesMasterIdLst>
  <p:sldIdLst>
    <p:sldId id="26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BA49D0-6376-CB48-B3C3-F4708D789340}" v="992" dt="2025-12-04T22:49:57.1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96"/>
    <p:restoredTop sz="94688"/>
  </p:normalViewPr>
  <p:slideViewPr>
    <p:cSldViewPr snapToGrid="0">
      <p:cViewPr>
        <p:scale>
          <a:sx n="218" d="100"/>
          <a:sy n="218" d="100"/>
        </p:scale>
        <p:origin x="-4888" y="-18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ales, Abdon" userId="b8e72fca-89fa-40b2-95f0-bdb26e6d8c1d" providerId="ADAL" clId="{F77E3D6D-613B-5030-A384-37FA661628F6}"/>
    <pc:docChg chg="undo custSel modSld">
      <pc:chgData name="Morales, Abdon" userId="b8e72fca-89fa-40b2-95f0-bdb26e6d8c1d" providerId="ADAL" clId="{F77E3D6D-613B-5030-A384-37FA661628F6}" dt="2025-12-04T22:49:57.117" v="2265" actId="313"/>
      <pc:docMkLst>
        <pc:docMk/>
      </pc:docMkLst>
      <pc:sldChg chg="addSp delSp modSp mod">
        <pc:chgData name="Morales, Abdon" userId="b8e72fca-89fa-40b2-95f0-bdb26e6d8c1d" providerId="ADAL" clId="{F77E3D6D-613B-5030-A384-37FA661628F6}" dt="2025-12-04T22:49:57.117" v="2265" actId="313"/>
        <pc:sldMkLst>
          <pc:docMk/>
          <pc:sldMk cId="4152292366" sldId="268"/>
        </pc:sldMkLst>
        <pc:spChg chg="add mod">
          <ac:chgData name="Morales, Abdon" userId="b8e72fca-89fa-40b2-95f0-bdb26e6d8c1d" providerId="ADAL" clId="{F77E3D6D-613B-5030-A384-37FA661628F6}" dt="2025-12-04T04:04:24.376" v="1037" actId="1076"/>
          <ac:spMkLst>
            <pc:docMk/>
            <pc:sldMk cId="4152292366" sldId="268"/>
            <ac:spMk id="2" creationId="{B78BFC16-B0AF-8B41-829D-20E46F0F3C5B}"/>
          </ac:spMkLst>
        </pc:spChg>
        <pc:spChg chg="add mod">
          <ac:chgData name="Morales, Abdon" userId="b8e72fca-89fa-40b2-95f0-bdb26e6d8c1d" providerId="ADAL" clId="{F77E3D6D-613B-5030-A384-37FA661628F6}" dt="2025-12-04T04:05:25.467" v="1063" actId="1076"/>
          <ac:spMkLst>
            <pc:docMk/>
            <pc:sldMk cId="4152292366" sldId="268"/>
            <ac:spMk id="3" creationId="{1342CD79-1432-E499-29FA-C0F48653707F}"/>
          </ac:spMkLst>
        </pc:spChg>
        <pc:spChg chg="mod">
          <ac:chgData name="Morales, Abdon" userId="b8e72fca-89fa-40b2-95f0-bdb26e6d8c1d" providerId="ADAL" clId="{F77E3D6D-613B-5030-A384-37FA661628F6}" dt="2025-12-04T04:19:55.037" v="1086" actId="14100"/>
          <ac:spMkLst>
            <pc:docMk/>
            <pc:sldMk cId="4152292366" sldId="268"/>
            <ac:spMk id="4" creationId="{C2642BAB-3737-CE4C-874C-5EA986C6E360}"/>
          </ac:spMkLst>
        </pc:spChg>
        <pc:spChg chg="add mod">
          <ac:chgData name="Morales, Abdon" userId="b8e72fca-89fa-40b2-95f0-bdb26e6d8c1d" providerId="ADAL" clId="{F77E3D6D-613B-5030-A384-37FA661628F6}" dt="2025-12-04T22:48:23.119" v="2052" actId="255"/>
          <ac:spMkLst>
            <pc:docMk/>
            <pc:sldMk cId="4152292366" sldId="268"/>
            <ac:spMk id="12" creationId="{F99076AB-CD48-1D9C-24C3-8E5BC7671CED}"/>
          </ac:spMkLst>
        </pc:spChg>
        <pc:spChg chg="del">
          <ac:chgData name="Morales, Abdon" userId="b8e72fca-89fa-40b2-95f0-bdb26e6d8c1d" providerId="ADAL" clId="{F77E3D6D-613B-5030-A384-37FA661628F6}" dt="2025-12-04T04:12:05.673" v="1083" actId="478"/>
          <ac:spMkLst>
            <pc:docMk/>
            <pc:sldMk cId="4152292366" sldId="268"/>
            <ac:spMk id="46" creationId="{D903B466-646C-2D4A-BD19-7AA4D5AE665B}"/>
          </ac:spMkLst>
        </pc:spChg>
        <pc:spChg chg="mod">
          <ac:chgData name="Morales, Abdon" userId="b8e72fca-89fa-40b2-95f0-bdb26e6d8c1d" providerId="ADAL" clId="{F77E3D6D-613B-5030-A384-37FA661628F6}" dt="2025-12-04T22:49:57.117" v="2265" actId="313"/>
          <ac:spMkLst>
            <pc:docMk/>
            <pc:sldMk cId="4152292366" sldId="268"/>
            <ac:spMk id="50" creationId="{79C029F1-D5E2-A842-A19B-DC4969111E24}"/>
          </ac:spMkLst>
        </pc:spChg>
        <pc:spChg chg="mod">
          <ac:chgData name="Morales, Abdon" userId="b8e72fca-89fa-40b2-95f0-bdb26e6d8c1d" providerId="ADAL" clId="{F77E3D6D-613B-5030-A384-37FA661628F6}" dt="2025-12-04T04:04:32.036" v="1038" actId="1076"/>
          <ac:spMkLst>
            <pc:docMk/>
            <pc:sldMk cId="4152292366" sldId="268"/>
            <ac:spMk id="51" creationId="{E1CD2C2A-F064-084C-B9FF-1CE5B53E4E32}"/>
          </ac:spMkLst>
        </pc:spChg>
        <pc:spChg chg="del">
          <ac:chgData name="Morales, Abdon" userId="b8e72fca-89fa-40b2-95f0-bdb26e6d8c1d" providerId="ADAL" clId="{F77E3D6D-613B-5030-A384-37FA661628F6}" dt="2025-12-04T22:37:34.067" v="1108" actId="478"/>
          <ac:spMkLst>
            <pc:docMk/>
            <pc:sldMk cId="4152292366" sldId="268"/>
            <ac:spMk id="55" creationId="{932F4CD2-D53A-6945-A147-AA4161801A71}"/>
          </ac:spMkLst>
        </pc:spChg>
        <pc:spChg chg="del">
          <ac:chgData name="Morales, Abdon" userId="b8e72fca-89fa-40b2-95f0-bdb26e6d8c1d" providerId="ADAL" clId="{F77E3D6D-613B-5030-A384-37FA661628F6}" dt="2025-12-04T04:12:09.898" v="1084" actId="478"/>
          <ac:spMkLst>
            <pc:docMk/>
            <pc:sldMk cId="4152292366" sldId="268"/>
            <ac:spMk id="59" creationId="{887E75FA-C034-2447-9AFA-253A4A8F5217}"/>
          </ac:spMkLst>
        </pc:spChg>
        <pc:grpChg chg="add">
          <ac:chgData name="Morales, Abdon" userId="b8e72fca-89fa-40b2-95f0-bdb26e6d8c1d" providerId="ADAL" clId="{F77E3D6D-613B-5030-A384-37FA661628F6}" dt="2025-12-04T04:20:08.114" v="1087" actId="164"/>
          <ac:grpSpMkLst>
            <pc:docMk/>
            <pc:sldMk cId="4152292366" sldId="268"/>
            <ac:grpSpMk id="10" creationId="{8B87BA69-F4CB-DBF5-4676-B393D1F8A96A}"/>
          </ac:grpSpMkLst>
        </pc:grpChg>
        <pc:grpChg chg="add">
          <ac:chgData name="Morales, Abdon" userId="b8e72fca-89fa-40b2-95f0-bdb26e6d8c1d" providerId="ADAL" clId="{F77E3D6D-613B-5030-A384-37FA661628F6}" dt="2025-12-04T04:20:15.339" v="1088" actId="164"/>
          <ac:grpSpMkLst>
            <pc:docMk/>
            <pc:sldMk cId="4152292366" sldId="268"/>
            <ac:grpSpMk id="11" creationId="{E4C589B7-4B88-CC58-6898-2E7425307E9A}"/>
          </ac:grpSpMkLst>
        </pc:grpChg>
        <pc:picChg chg="mod">
          <ac:chgData name="Morales, Abdon" userId="b8e72fca-89fa-40b2-95f0-bdb26e6d8c1d" providerId="ADAL" clId="{F77E3D6D-613B-5030-A384-37FA661628F6}" dt="2025-12-04T04:01:10.443" v="983" actId="1076"/>
          <ac:picMkLst>
            <pc:docMk/>
            <pc:sldMk cId="4152292366" sldId="268"/>
            <ac:picMk id="5" creationId="{C498A840-B2C8-4383-7568-2620CE9B6494}"/>
          </ac:picMkLst>
        </pc:picChg>
        <pc:picChg chg="add mod">
          <ac:chgData name="Morales, Abdon" userId="b8e72fca-89fa-40b2-95f0-bdb26e6d8c1d" providerId="ADAL" clId="{F77E3D6D-613B-5030-A384-37FA661628F6}" dt="2025-12-04T04:08:01.170" v="1064"/>
          <ac:picMkLst>
            <pc:docMk/>
            <pc:sldMk cId="4152292366" sldId="268"/>
            <ac:picMk id="6" creationId="{6408B6EF-FEDB-CD66-BA45-B016490FC750}"/>
          </ac:picMkLst>
        </pc:picChg>
        <pc:picChg chg="mod">
          <ac:chgData name="Morales, Abdon" userId="b8e72fca-89fa-40b2-95f0-bdb26e6d8c1d" providerId="ADAL" clId="{F77E3D6D-613B-5030-A384-37FA661628F6}" dt="2025-12-04T04:04:42.913" v="1039" actId="1076"/>
          <ac:picMkLst>
            <pc:docMk/>
            <pc:sldMk cId="4152292366" sldId="268"/>
            <ac:picMk id="7" creationId="{56CDAAF2-1818-9EB6-09DE-0325CCB12502}"/>
          </ac:picMkLst>
        </pc:picChg>
        <pc:picChg chg="add del mod">
          <ac:chgData name="Morales, Abdon" userId="b8e72fca-89fa-40b2-95f0-bdb26e6d8c1d" providerId="ADAL" clId="{F77E3D6D-613B-5030-A384-37FA661628F6}" dt="2025-12-04T04:08:55.938" v="1074" actId="478"/>
          <ac:picMkLst>
            <pc:docMk/>
            <pc:sldMk cId="4152292366" sldId="268"/>
            <ac:picMk id="8" creationId="{6740F724-754B-FD30-2AC9-4F6671BEBCC8}"/>
          </ac:picMkLst>
        </pc:picChg>
        <pc:picChg chg="add mod">
          <ac:chgData name="Morales, Abdon" userId="b8e72fca-89fa-40b2-95f0-bdb26e6d8c1d" providerId="ADAL" clId="{F77E3D6D-613B-5030-A384-37FA661628F6}" dt="2025-12-04T04:11:56.480" v="1082" actId="1076"/>
          <ac:picMkLst>
            <pc:docMk/>
            <pc:sldMk cId="4152292366" sldId="268"/>
            <ac:picMk id="9" creationId="{1F6FF982-84D1-D5B7-2672-EEB42FF7BB8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53F5E4-024D-B04C-8649-02453A372B74}" type="datetimeFigureOut">
              <a:rPr lang="es-ES" smtClean="0"/>
              <a:t>4/12/25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8AD62F-FB3F-5643-A016-D6A8B7C9C1C4}" type="slidenum">
              <a:rPr lang="es-ES" smtClean="0"/>
              <a:t>‹Nº›</a:t>
            </a:fld>
            <a:endParaRPr lang="es-ES"/>
          </a:p>
        </p:txBody>
      </p:sp>
    </p:spTree>
    <p:extLst>
      <p:ext uri="{BB962C8B-B14F-4D97-AF65-F5344CB8AC3E}">
        <p14:creationId xmlns:p14="http://schemas.microsoft.com/office/powerpoint/2010/main" val="3470198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8B8AD62F-FB3F-5643-A016-D6A8B7C9C1C4}" type="slidenum">
              <a:rPr lang="es-ES" smtClean="0"/>
              <a:t>1</a:t>
            </a:fld>
            <a:endParaRPr lang="es-ES"/>
          </a:p>
        </p:txBody>
      </p:sp>
    </p:spTree>
    <p:extLst>
      <p:ext uri="{BB962C8B-B14F-4D97-AF65-F5344CB8AC3E}">
        <p14:creationId xmlns:p14="http://schemas.microsoft.com/office/powerpoint/2010/main" val="1924924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63A2-52EB-B7BB-AC27-C9699A3918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714D72-0542-D42B-EEDE-C06B36CA5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322856-F683-61ED-85DA-27AA1C766ED4}"/>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5" name="Footer Placeholder 4">
            <a:extLst>
              <a:ext uri="{FF2B5EF4-FFF2-40B4-BE49-F238E27FC236}">
                <a16:creationId xmlns:a16="http://schemas.microsoft.com/office/drawing/2014/main" id="{9DA961EF-995C-7EFE-7798-919D3135D1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0AEFF6-622D-D294-9A8A-BA1A43466D31}"/>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88166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8506A-84F9-AB51-9466-2F9C671407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4BEC9C-605D-FB9C-6943-8A852C88BC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8F248-E3A3-E69F-AF4B-D23C02684759}"/>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5" name="Footer Placeholder 4">
            <a:extLst>
              <a:ext uri="{FF2B5EF4-FFF2-40B4-BE49-F238E27FC236}">
                <a16:creationId xmlns:a16="http://schemas.microsoft.com/office/drawing/2014/main" id="{851E2E3A-C8C2-2F74-4F83-D15E257590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5BC30B-2F7C-BD6D-9C38-2AEAC3390638}"/>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1848377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5CB7F-68BC-12F5-3F59-0ADA9EFAB9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CABF80-823B-AD57-3EC8-358387BDFC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820287-8135-C229-474B-88E4508C6B38}"/>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5" name="Footer Placeholder 4">
            <a:extLst>
              <a:ext uri="{FF2B5EF4-FFF2-40B4-BE49-F238E27FC236}">
                <a16:creationId xmlns:a16="http://schemas.microsoft.com/office/drawing/2014/main" id="{D3D0D4EE-F0C3-311F-9339-D4085E6962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358531-5320-CF5D-5CDB-787DBA2F351F}"/>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177203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A0F84-D32C-D6DF-C3E6-2228A0BBF7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AB713B-09B8-82A3-0B82-C1B98681EF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CFC0AA-7936-12F6-C30D-C0F5ABEB47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1DB8A6-5BC9-904E-8C59-B85624DD9F88}"/>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6" name="Footer Placeholder 5">
            <a:extLst>
              <a:ext uri="{FF2B5EF4-FFF2-40B4-BE49-F238E27FC236}">
                <a16:creationId xmlns:a16="http://schemas.microsoft.com/office/drawing/2014/main" id="{950D4A76-EF17-B3A4-B5B3-BD3B571CB8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3C2AE9-AD08-864F-EBA3-FDD22E2B7737}"/>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1371726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3A93-71AC-843F-3FF9-0D206EF2B6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AA617C-6472-2D72-F3B5-7B9B54CF9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854157-0D89-4FDB-8208-86018D6F04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939069-DA52-0E7F-D2AE-D9AE49A615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C5CFB7-EC46-32CD-AC38-CF76EA5049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7FE9A0-CCD6-5367-949E-FDE441EBDFED}"/>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8" name="Footer Placeholder 7">
            <a:extLst>
              <a:ext uri="{FF2B5EF4-FFF2-40B4-BE49-F238E27FC236}">
                <a16:creationId xmlns:a16="http://schemas.microsoft.com/office/drawing/2014/main" id="{0D04D587-F928-0C61-D93E-E866DC35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1CC026-93A8-2D95-6757-C41C6706AC8C}"/>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3146732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E0490-95F9-2870-834E-119270773C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401B76-7E2D-ACC5-C937-AF2A1FB5215C}"/>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4" name="Footer Placeholder 3">
            <a:extLst>
              <a:ext uri="{FF2B5EF4-FFF2-40B4-BE49-F238E27FC236}">
                <a16:creationId xmlns:a16="http://schemas.microsoft.com/office/drawing/2014/main" id="{165C56F1-F8D3-21AB-03AB-E15641BC0B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E5EF7E-B8AE-C254-9E3E-D66B952AF677}"/>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1285502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7CAF39-8B20-4AD6-8171-1E8B1443747D}"/>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3" name="Footer Placeholder 2">
            <a:extLst>
              <a:ext uri="{FF2B5EF4-FFF2-40B4-BE49-F238E27FC236}">
                <a16:creationId xmlns:a16="http://schemas.microsoft.com/office/drawing/2014/main" id="{A112B721-B5BF-2ADF-1A0A-DBF42D72D0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A710A5-5655-502C-C9B6-87F41BE730D0}"/>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3371045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98B00-A336-E26E-153B-187177A97A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667BF9-EF8F-C63B-9FB0-E211E1CD9B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2F456F-E161-4E2F-D0BF-53F8B7395B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4252CF-DD60-651C-BC25-36D8FEEAF3F7}"/>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6" name="Footer Placeholder 5">
            <a:extLst>
              <a:ext uri="{FF2B5EF4-FFF2-40B4-BE49-F238E27FC236}">
                <a16:creationId xmlns:a16="http://schemas.microsoft.com/office/drawing/2014/main" id="{0D571586-3648-66CE-12BE-27C86DE639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D28CD0-6211-D2C5-EDED-4BB5871357CD}"/>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3295039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F072C-4A84-7185-DAE1-8A97AAA76B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55B373-D7A3-496B-4DB7-F1808FE645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4A0E17-E83B-310E-5B3D-7B51BA977F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784E1-F617-0A82-F434-A9CDCA293752}"/>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6" name="Footer Placeholder 5">
            <a:extLst>
              <a:ext uri="{FF2B5EF4-FFF2-40B4-BE49-F238E27FC236}">
                <a16:creationId xmlns:a16="http://schemas.microsoft.com/office/drawing/2014/main" id="{A8F35E91-CCE7-0B21-EBDC-9A190C0144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DDC1BD-A5DA-DBE2-84EE-CB1A1D4DC52D}"/>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3907861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2EED8-5E74-5570-4E07-93861794744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164365-065F-60F7-D109-48BFD50DBD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20B00E-156D-2CA7-202B-CEA147A86E4C}"/>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5" name="Footer Placeholder 4">
            <a:extLst>
              <a:ext uri="{FF2B5EF4-FFF2-40B4-BE49-F238E27FC236}">
                <a16:creationId xmlns:a16="http://schemas.microsoft.com/office/drawing/2014/main" id="{76D5EF54-7AE4-A7EC-A783-6E81F5BFF6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A7062-D62B-7739-9291-6411C87C0579}"/>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4116360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1AA12F-D2AB-DD60-2064-41261927FA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6525A0-5BFD-2493-ADD2-7F7DC8EB80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D63405-4951-DC7B-B758-F1CAA0E6A19E}"/>
              </a:ext>
            </a:extLst>
          </p:cNvPr>
          <p:cNvSpPr>
            <a:spLocks noGrp="1"/>
          </p:cNvSpPr>
          <p:nvPr>
            <p:ph type="dt" sz="half" idx="10"/>
          </p:nvPr>
        </p:nvSpPr>
        <p:spPr/>
        <p:txBody>
          <a:bodyPr/>
          <a:lstStyle/>
          <a:p>
            <a:fld id="{722949B6-FD26-4F0A-B27E-95AA34CFB7B6}" type="datetimeFigureOut">
              <a:rPr lang="en-US" smtClean="0"/>
              <a:t>12/3/25</a:t>
            </a:fld>
            <a:endParaRPr lang="en-US"/>
          </a:p>
        </p:txBody>
      </p:sp>
      <p:sp>
        <p:nvSpPr>
          <p:cNvPr id="5" name="Footer Placeholder 4">
            <a:extLst>
              <a:ext uri="{FF2B5EF4-FFF2-40B4-BE49-F238E27FC236}">
                <a16:creationId xmlns:a16="http://schemas.microsoft.com/office/drawing/2014/main" id="{E652D0EE-14F6-5BB8-5C1C-87E3CBF582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24E418-47AF-B438-380D-E55D2153D2AB}"/>
              </a:ext>
            </a:extLst>
          </p:cNvPr>
          <p:cNvSpPr>
            <a:spLocks noGrp="1"/>
          </p:cNvSpPr>
          <p:nvPr>
            <p:ph type="sldNum" sz="quarter" idx="12"/>
          </p:nvPr>
        </p:nvSpPr>
        <p:spPr/>
        <p:txBody>
          <a:bodyPr/>
          <a:lstStyle/>
          <a:p>
            <a:fld id="{F528ECA1-1E0E-45AA-9354-4925D9A91E67}" type="slidenum">
              <a:rPr lang="en-US" smtClean="0"/>
              <a:t>‹Nº›</a:t>
            </a:fld>
            <a:endParaRPr lang="en-US"/>
          </a:p>
        </p:txBody>
      </p:sp>
    </p:spTree>
    <p:extLst>
      <p:ext uri="{BB962C8B-B14F-4D97-AF65-F5344CB8AC3E}">
        <p14:creationId xmlns:p14="http://schemas.microsoft.com/office/powerpoint/2010/main" val="2676117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34" indent="0" algn="ctr">
              <a:buNone/>
              <a:defRPr sz="2000"/>
            </a:lvl2pPr>
            <a:lvl3pPr marL="914467" indent="0" algn="ctr">
              <a:buNone/>
              <a:defRPr sz="1800"/>
            </a:lvl3pPr>
            <a:lvl4pPr marL="1371701" indent="0" algn="ctr">
              <a:buNone/>
              <a:defRPr sz="1600"/>
            </a:lvl4pPr>
            <a:lvl5pPr marL="1828935" indent="0" algn="ctr">
              <a:buNone/>
              <a:defRPr sz="1600"/>
            </a:lvl5pPr>
            <a:lvl6pPr marL="2286169" indent="0" algn="ctr">
              <a:buNone/>
              <a:defRPr sz="1600"/>
            </a:lvl6pPr>
            <a:lvl7pPr marL="2743402" indent="0" algn="ctr">
              <a:buNone/>
              <a:defRPr sz="1600"/>
            </a:lvl7pPr>
            <a:lvl8pPr marL="3200636" indent="0" algn="ctr">
              <a:buNone/>
              <a:defRPr sz="1600"/>
            </a:lvl8pPr>
            <a:lvl9pPr marL="365787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4012149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501139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34" indent="0">
              <a:buNone/>
              <a:defRPr sz="2000">
                <a:solidFill>
                  <a:schemeClr val="tx1">
                    <a:tint val="75000"/>
                  </a:schemeClr>
                </a:solidFill>
              </a:defRPr>
            </a:lvl2pPr>
            <a:lvl3pPr marL="914467" indent="0">
              <a:buNone/>
              <a:defRPr sz="1800">
                <a:solidFill>
                  <a:schemeClr val="tx1">
                    <a:tint val="75000"/>
                  </a:schemeClr>
                </a:solidFill>
              </a:defRPr>
            </a:lvl3pPr>
            <a:lvl4pPr marL="1371701" indent="0">
              <a:buNone/>
              <a:defRPr sz="1600">
                <a:solidFill>
                  <a:schemeClr val="tx1">
                    <a:tint val="75000"/>
                  </a:schemeClr>
                </a:solidFill>
              </a:defRPr>
            </a:lvl4pPr>
            <a:lvl5pPr marL="1828935" indent="0">
              <a:buNone/>
              <a:defRPr sz="1600">
                <a:solidFill>
                  <a:schemeClr val="tx1">
                    <a:tint val="75000"/>
                  </a:schemeClr>
                </a:solidFill>
              </a:defRPr>
            </a:lvl5pPr>
            <a:lvl6pPr marL="2286169" indent="0">
              <a:buNone/>
              <a:defRPr sz="1600">
                <a:solidFill>
                  <a:schemeClr val="tx1">
                    <a:tint val="75000"/>
                  </a:schemeClr>
                </a:solidFill>
              </a:defRPr>
            </a:lvl6pPr>
            <a:lvl7pPr marL="2743402" indent="0">
              <a:buNone/>
              <a:defRPr sz="1600">
                <a:solidFill>
                  <a:schemeClr val="tx1">
                    <a:tint val="75000"/>
                  </a:schemeClr>
                </a:solidFill>
              </a:defRPr>
            </a:lvl7pPr>
            <a:lvl8pPr marL="3200636" indent="0">
              <a:buNone/>
              <a:defRPr sz="1600">
                <a:solidFill>
                  <a:schemeClr val="tx1">
                    <a:tint val="75000"/>
                  </a:schemeClr>
                </a:solidFill>
              </a:defRPr>
            </a:lvl8pPr>
            <a:lvl9pPr marL="365787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2612309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729067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34" indent="0">
              <a:buNone/>
              <a:defRPr sz="2000" b="1"/>
            </a:lvl2pPr>
            <a:lvl3pPr marL="914467" indent="0">
              <a:buNone/>
              <a:defRPr sz="1800" b="1"/>
            </a:lvl3pPr>
            <a:lvl4pPr marL="1371701" indent="0">
              <a:buNone/>
              <a:defRPr sz="1600" b="1"/>
            </a:lvl4pPr>
            <a:lvl5pPr marL="1828935" indent="0">
              <a:buNone/>
              <a:defRPr sz="1600" b="1"/>
            </a:lvl5pPr>
            <a:lvl6pPr marL="2286169" indent="0">
              <a:buNone/>
              <a:defRPr sz="1600" b="1"/>
            </a:lvl6pPr>
            <a:lvl7pPr marL="2743402" indent="0">
              <a:buNone/>
              <a:defRPr sz="1600" b="1"/>
            </a:lvl7pPr>
            <a:lvl8pPr marL="3200636" indent="0">
              <a:buNone/>
              <a:defRPr sz="1600" b="1"/>
            </a:lvl8pPr>
            <a:lvl9pPr marL="365787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34" indent="0">
              <a:buNone/>
              <a:defRPr sz="2000" b="1"/>
            </a:lvl2pPr>
            <a:lvl3pPr marL="914467" indent="0">
              <a:buNone/>
              <a:defRPr sz="1800" b="1"/>
            </a:lvl3pPr>
            <a:lvl4pPr marL="1371701" indent="0">
              <a:buNone/>
              <a:defRPr sz="1600" b="1"/>
            </a:lvl4pPr>
            <a:lvl5pPr marL="1828935" indent="0">
              <a:buNone/>
              <a:defRPr sz="1600" b="1"/>
            </a:lvl5pPr>
            <a:lvl6pPr marL="2286169" indent="0">
              <a:buNone/>
              <a:defRPr sz="1600" b="1"/>
            </a:lvl6pPr>
            <a:lvl7pPr marL="2743402" indent="0">
              <a:buNone/>
              <a:defRPr sz="1600" b="1"/>
            </a:lvl7pPr>
            <a:lvl8pPr marL="3200636" indent="0">
              <a:buNone/>
              <a:defRPr sz="1600" b="1"/>
            </a:lvl8pPr>
            <a:lvl9pPr marL="365787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12/3/25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41033118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12/3/25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2669532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12/3/25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754629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34" indent="0">
              <a:buNone/>
              <a:defRPr sz="1400"/>
            </a:lvl2pPr>
            <a:lvl3pPr marL="914467" indent="0">
              <a:buNone/>
              <a:defRPr sz="1200"/>
            </a:lvl3pPr>
            <a:lvl4pPr marL="1371701" indent="0">
              <a:buNone/>
              <a:defRPr sz="1000"/>
            </a:lvl4pPr>
            <a:lvl5pPr marL="1828935" indent="0">
              <a:buNone/>
              <a:defRPr sz="1000"/>
            </a:lvl5pPr>
            <a:lvl6pPr marL="2286169" indent="0">
              <a:buNone/>
              <a:defRPr sz="1000"/>
            </a:lvl6pPr>
            <a:lvl7pPr marL="2743402" indent="0">
              <a:buNone/>
              <a:defRPr sz="1000"/>
            </a:lvl7pPr>
            <a:lvl8pPr marL="3200636" indent="0">
              <a:buNone/>
              <a:defRPr sz="1000"/>
            </a:lvl8pPr>
            <a:lvl9pPr marL="365787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5583653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34" indent="0">
              <a:buNone/>
              <a:defRPr sz="2800"/>
            </a:lvl2pPr>
            <a:lvl3pPr marL="914467" indent="0">
              <a:buNone/>
              <a:defRPr sz="2400"/>
            </a:lvl3pPr>
            <a:lvl4pPr marL="1371701" indent="0">
              <a:buNone/>
              <a:defRPr sz="2000"/>
            </a:lvl4pPr>
            <a:lvl5pPr marL="1828935" indent="0">
              <a:buNone/>
              <a:defRPr sz="2000"/>
            </a:lvl5pPr>
            <a:lvl6pPr marL="2286169" indent="0">
              <a:buNone/>
              <a:defRPr sz="2000"/>
            </a:lvl6pPr>
            <a:lvl7pPr marL="2743402" indent="0">
              <a:buNone/>
              <a:defRPr sz="2000"/>
            </a:lvl7pPr>
            <a:lvl8pPr marL="3200636" indent="0">
              <a:buNone/>
              <a:defRPr sz="2000"/>
            </a:lvl8pPr>
            <a:lvl9pPr marL="365787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34" indent="0">
              <a:buNone/>
              <a:defRPr sz="1400"/>
            </a:lvl2pPr>
            <a:lvl3pPr marL="914467" indent="0">
              <a:buNone/>
              <a:defRPr sz="1200"/>
            </a:lvl3pPr>
            <a:lvl4pPr marL="1371701" indent="0">
              <a:buNone/>
              <a:defRPr sz="1000"/>
            </a:lvl4pPr>
            <a:lvl5pPr marL="1828935" indent="0">
              <a:buNone/>
              <a:defRPr sz="1000"/>
            </a:lvl5pPr>
            <a:lvl6pPr marL="2286169" indent="0">
              <a:buNone/>
              <a:defRPr sz="1000"/>
            </a:lvl6pPr>
            <a:lvl7pPr marL="2743402" indent="0">
              <a:buNone/>
              <a:defRPr sz="1000"/>
            </a:lvl7pPr>
            <a:lvl8pPr marL="3200636" indent="0">
              <a:buNone/>
              <a:defRPr sz="1000"/>
            </a:lvl8pPr>
            <a:lvl9pPr marL="365787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40270106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1478328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5516893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436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DF67E0-F0CC-4B27-FC86-5AE13E01C0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F8196F-D9EA-DEEE-4016-82DAB9447F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910876-2FEA-0022-AA28-70774E97C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2949B6-FD26-4F0A-B27E-95AA34CFB7B6}" type="datetimeFigureOut">
              <a:rPr lang="en-US" smtClean="0"/>
              <a:t>12/3/25</a:t>
            </a:fld>
            <a:endParaRPr lang="en-US"/>
          </a:p>
        </p:txBody>
      </p:sp>
      <p:sp>
        <p:nvSpPr>
          <p:cNvPr id="5" name="Footer Placeholder 4">
            <a:extLst>
              <a:ext uri="{FF2B5EF4-FFF2-40B4-BE49-F238E27FC236}">
                <a16:creationId xmlns:a16="http://schemas.microsoft.com/office/drawing/2014/main" id="{CA3CA0AB-1643-A3D6-E056-79EF4C56D7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10C951A-B315-3F2F-48BB-30E9CB8AEE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28ECA1-1E0E-45AA-9354-4925D9A91E67}" type="slidenum">
              <a:rPr lang="en-US" smtClean="0"/>
              <a:t>‹Nº›</a:t>
            </a:fld>
            <a:endParaRPr lang="en-US"/>
          </a:p>
        </p:txBody>
      </p:sp>
    </p:spTree>
    <p:extLst>
      <p:ext uri="{BB962C8B-B14F-4D97-AF65-F5344CB8AC3E}">
        <p14:creationId xmlns:p14="http://schemas.microsoft.com/office/powerpoint/2010/main" val="2666359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12/3/25</a:t>
            </a:fld>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‹Nº›</a:t>
            </a:fld>
            <a:endParaRPr lang="en-US" dirty="0"/>
          </a:p>
        </p:txBody>
      </p:sp>
    </p:spTree>
    <p:extLst>
      <p:ext uri="{BB962C8B-B14F-4D97-AF65-F5344CB8AC3E}">
        <p14:creationId xmlns:p14="http://schemas.microsoft.com/office/powerpoint/2010/main" val="28043071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6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7" indent="-228617" algn="l" defTabSz="91446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51" indent="-228617" algn="l" defTabSz="91446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84" indent="-228617" algn="l" defTabSz="91446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18" indent="-228617" algn="l" defTabSz="91446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52" indent="-228617" algn="l" defTabSz="91446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86" indent="-228617" algn="l" defTabSz="91446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19" indent="-228617" algn="l" defTabSz="91446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53" indent="-228617" algn="l" defTabSz="91446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87" indent="-228617" algn="l" defTabSz="91446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67" rtl="0" eaLnBrk="1" latinLnBrk="0" hangingPunct="1">
        <a:defRPr sz="1800" kern="1200">
          <a:solidFill>
            <a:schemeClr val="tx1"/>
          </a:solidFill>
          <a:latin typeface="+mn-lt"/>
          <a:ea typeface="+mn-ea"/>
          <a:cs typeface="+mn-cs"/>
        </a:defRPr>
      </a:lvl1pPr>
      <a:lvl2pPr marL="457234" algn="l" defTabSz="914467" rtl="0" eaLnBrk="1" latinLnBrk="0" hangingPunct="1">
        <a:defRPr sz="1800" kern="1200">
          <a:solidFill>
            <a:schemeClr val="tx1"/>
          </a:solidFill>
          <a:latin typeface="+mn-lt"/>
          <a:ea typeface="+mn-ea"/>
          <a:cs typeface="+mn-cs"/>
        </a:defRPr>
      </a:lvl2pPr>
      <a:lvl3pPr marL="914467" algn="l" defTabSz="914467" rtl="0" eaLnBrk="1" latinLnBrk="0" hangingPunct="1">
        <a:defRPr sz="1800" kern="1200">
          <a:solidFill>
            <a:schemeClr val="tx1"/>
          </a:solidFill>
          <a:latin typeface="+mn-lt"/>
          <a:ea typeface="+mn-ea"/>
          <a:cs typeface="+mn-cs"/>
        </a:defRPr>
      </a:lvl3pPr>
      <a:lvl4pPr marL="1371701" algn="l" defTabSz="914467" rtl="0" eaLnBrk="1" latinLnBrk="0" hangingPunct="1">
        <a:defRPr sz="1800" kern="1200">
          <a:solidFill>
            <a:schemeClr val="tx1"/>
          </a:solidFill>
          <a:latin typeface="+mn-lt"/>
          <a:ea typeface="+mn-ea"/>
          <a:cs typeface="+mn-cs"/>
        </a:defRPr>
      </a:lvl4pPr>
      <a:lvl5pPr marL="1828935" algn="l" defTabSz="914467" rtl="0" eaLnBrk="1" latinLnBrk="0" hangingPunct="1">
        <a:defRPr sz="1800" kern="1200">
          <a:solidFill>
            <a:schemeClr val="tx1"/>
          </a:solidFill>
          <a:latin typeface="+mn-lt"/>
          <a:ea typeface="+mn-ea"/>
          <a:cs typeface="+mn-cs"/>
        </a:defRPr>
      </a:lvl5pPr>
      <a:lvl6pPr marL="2286169" algn="l" defTabSz="914467" rtl="0" eaLnBrk="1" latinLnBrk="0" hangingPunct="1">
        <a:defRPr sz="1800" kern="1200">
          <a:solidFill>
            <a:schemeClr val="tx1"/>
          </a:solidFill>
          <a:latin typeface="+mn-lt"/>
          <a:ea typeface="+mn-ea"/>
          <a:cs typeface="+mn-cs"/>
        </a:defRPr>
      </a:lvl6pPr>
      <a:lvl7pPr marL="2743402" algn="l" defTabSz="914467" rtl="0" eaLnBrk="1" latinLnBrk="0" hangingPunct="1">
        <a:defRPr sz="1800" kern="1200">
          <a:solidFill>
            <a:schemeClr val="tx1"/>
          </a:solidFill>
          <a:latin typeface="+mn-lt"/>
          <a:ea typeface="+mn-ea"/>
          <a:cs typeface="+mn-cs"/>
        </a:defRPr>
      </a:lvl7pPr>
      <a:lvl8pPr marL="3200636" algn="l" defTabSz="914467" rtl="0" eaLnBrk="1" latinLnBrk="0" hangingPunct="1">
        <a:defRPr sz="1800" kern="1200">
          <a:solidFill>
            <a:schemeClr val="tx1"/>
          </a:solidFill>
          <a:latin typeface="+mn-lt"/>
          <a:ea typeface="+mn-ea"/>
          <a:cs typeface="+mn-cs"/>
        </a:defRPr>
      </a:lvl8pPr>
      <a:lvl9pPr marL="3657870" algn="l" defTabSz="91446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440">
          <p15:clr>
            <a:srgbClr val="F26B43"/>
          </p15:clr>
        </p15:guide>
        <p15:guide id="2" pos="741">
          <p15:clr>
            <a:srgbClr val="F26B43"/>
          </p15:clr>
        </p15:guide>
        <p15:guide id="3" pos="1111">
          <p15:clr>
            <a:srgbClr val="F26B43"/>
          </p15:clr>
        </p15:guide>
        <p15:guide id="4" pos="8599">
          <p15:clr>
            <a:srgbClr val="F26B43"/>
          </p15:clr>
        </p15:guide>
        <p15:guide id="5" pos="8969">
          <p15:clr>
            <a:srgbClr val="F26B43"/>
          </p15:clr>
        </p15:guide>
        <p15:guide id="6" pos="9710">
          <p15:clr>
            <a:srgbClr val="F26B43"/>
          </p15:clr>
        </p15:guide>
        <p15:guide id="7" pos="10080">
          <p15:clr>
            <a:srgbClr val="F26B43"/>
          </p15:clr>
        </p15:guide>
        <p15:guide id="8" pos="26537">
          <p15:clr>
            <a:srgbClr val="F26B43"/>
          </p15:clr>
        </p15:guide>
        <p15:guide id="9" pos="26907">
          <p15:clr>
            <a:srgbClr val="F26B43"/>
          </p15:clr>
        </p15:guide>
        <p15:guide id="10" orient="horz" pos="720">
          <p15:clr>
            <a:srgbClr val="F26B43"/>
          </p15:clr>
        </p15:guide>
        <p15:guide id="11" orient="horz" pos="960">
          <p15:clr>
            <a:srgbClr val="F26B43"/>
          </p15:clr>
        </p15:guide>
        <p15:guide id="12" orient="horz" pos="3600">
          <p15:clr>
            <a:srgbClr val="F26B43"/>
          </p15:clr>
        </p15:guide>
        <p15:guide id="13" orient="horz" pos="3360">
          <p15:clr>
            <a:srgbClr val="F26B43"/>
          </p15:clr>
        </p15:guide>
        <p15:guide id="14" orient="horz" pos="4320">
          <p15:clr>
            <a:srgbClr val="F26B43"/>
          </p15:clr>
        </p15:guide>
        <p15:guide id="15" orient="horz" pos="4560">
          <p15:clr>
            <a:srgbClr val="F26B43"/>
          </p15:clr>
        </p15:guide>
        <p15:guide id="16" orient="horz" pos="19200">
          <p15:clr>
            <a:srgbClr val="F26B43"/>
          </p15:clr>
        </p15:guide>
        <p15:guide id="17" pos="17568">
          <p15:clr>
            <a:srgbClr val="F26B43"/>
          </p15:clr>
        </p15:guide>
        <p15:guide id="18" pos="17938">
          <p15:clr>
            <a:srgbClr val="F26B43"/>
          </p15:clr>
        </p15:guide>
        <p15:guide id="19" pos="18679">
          <p15:clr>
            <a:srgbClr val="F26B43"/>
          </p15:clr>
        </p15:guide>
        <p15:guide id="20" pos="1904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C2642BAB-3737-CE4C-874C-5EA986C6E360}"/>
              </a:ext>
            </a:extLst>
          </p:cNvPr>
          <p:cNvSpPr/>
          <p:nvPr/>
        </p:nvSpPr>
        <p:spPr>
          <a:xfrm>
            <a:off x="1645444" y="1469571"/>
            <a:ext cx="2798989" cy="1667934"/>
          </a:xfrm>
          <a:prstGeom prst="roundRect">
            <a:avLst>
              <a:gd name="adj" fmla="val 7029"/>
            </a:avLst>
          </a:prstGeom>
          <a:noFill/>
          <a:ln w="101600">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80653"/>
            <a:endParaRPr lang="en-US" sz="1281">
              <a:solidFill>
                <a:prstClr val="white"/>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74A298CE-07C7-084B-B72C-D7D120AA24D1}"/>
              </a:ext>
            </a:extLst>
          </p:cNvPr>
          <p:cNvSpPr txBox="1"/>
          <p:nvPr/>
        </p:nvSpPr>
        <p:spPr>
          <a:xfrm>
            <a:off x="7873433" y="4521783"/>
            <a:ext cx="2592548" cy="620554"/>
          </a:xfrm>
          <a:prstGeom prst="rect">
            <a:avLst/>
          </a:prstGeom>
          <a:noFill/>
        </p:spPr>
        <p:txBody>
          <a:bodyPr wrap="square" rtlCol="0">
            <a:spAutoFit/>
          </a:bodyPr>
          <a:lstStyle/>
          <a:p>
            <a:pPr defTabSz="780653"/>
            <a:r>
              <a:rPr lang="en-US" sz="572" dirty="0" err="1">
                <a:solidFill>
                  <a:prstClr val="black"/>
                </a:solidFill>
                <a:latin typeface="Arial" panose="020B0604020202020204" pitchFamily="34" charset="0"/>
                <a:cs typeface="Arial" panose="020B0604020202020204" pitchFamily="34" charset="0"/>
              </a:rPr>
              <a:t>Vitam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voloria</a:t>
            </a:r>
            <a:r>
              <a:rPr lang="en-US" sz="572" dirty="0">
                <a:solidFill>
                  <a:prstClr val="black"/>
                </a:solidFill>
                <a:latin typeface="Arial" panose="020B0604020202020204" pitchFamily="34" charset="0"/>
                <a:cs typeface="Arial" panose="020B0604020202020204" pitchFamily="34" charset="0"/>
              </a:rPr>
              <a:t> con et, cum </a:t>
            </a:r>
            <a:r>
              <a:rPr lang="en-US" sz="572" dirty="0" err="1">
                <a:solidFill>
                  <a:prstClr val="black"/>
                </a:solidFill>
                <a:latin typeface="Arial" panose="020B0604020202020204" pitchFamily="34" charset="0"/>
                <a:cs typeface="Arial" panose="020B0604020202020204" pitchFamily="34" charset="0"/>
              </a:rPr>
              <a:t>laboreium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nam</a:t>
            </a:r>
            <a:r>
              <a:rPr lang="en-US" sz="572" dirty="0">
                <a:solidFill>
                  <a:prstClr val="black"/>
                </a:solidFill>
                <a:latin typeface="Arial" panose="020B0604020202020204" pitchFamily="34" charset="0"/>
                <a:cs typeface="Arial" panose="020B0604020202020204" pitchFamily="34" charset="0"/>
              </a:rPr>
              <a:t> cum, </a:t>
            </a:r>
            <a:r>
              <a:rPr lang="en-US" sz="572" dirty="0" err="1">
                <a:solidFill>
                  <a:prstClr val="black"/>
                </a:solidFill>
                <a:latin typeface="Arial" panose="020B0604020202020204" pitchFamily="34" charset="0"/>
                <a:cs typeface="Arial" panose="020B0604020202020204" pitchFamily="34" charset="0"/>
              </a:rPr>
              <a:t>quat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paris</a:t>
            </a:r>
            <a:r>
              <a:rPr lang="en-US" sz="572" dirty="0">
                <a:solidFill>
                  <a:prstClr val="black"/>
                </a:solidFill>
                <a:latin typeface="Arial" panose="020B0604020202020204" pitchFamily="34" charset="0"/>
                <a:cs typeface="Arial" panose="020B0604020202020204" pitchFamily="34" charset="0"/>
              </a:rPr>
              <a:t> as core </a:t>
            </a:r>
            <a:r>
              <a:rPr lang="en-US" sz="572" dirty="0" err="1">
                <a:solidFill>
                  <a:prstClr val="black"/>
                </a:solidFill>
                <a:latin typeface="Arial" panose="020B0604020202020204" pitchFamily="34" charset="0"/>
                <a:cs typeface="Arial" panose="020B0604020202020204" pitchFamily="34" charset="0"/>
              </a:rPr>
              <a:t>volorest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sust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exceatur</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antio</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ea</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voluptas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eumquatendit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quas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doluptatet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aut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landignam</a:t>
            </a:r>
            <a:r>
              <a:rPr lang="en-US" sz="572" dirty="0">
                <a:solidFill>
                  <a:prstClr val="black"/>
                </a:solidFill>
                <a:latin typeface="Arial" panose="020B0604020202020204" pitchFamily="34" charset="0"/>
                <a:cs typeface="Arial" panose="020B0604020202020204" pitchFamily="34" charset="0"/>
              </a:rPr>
              <a:t> que </a:t>
            </a:r>
            <a:r>
              <a:rPr lang="en-US" sz="572" dirty="0" err="1">
                <a:solidFill>
                  <a:prstClr val="black"/>
                </a:solidFill>
                <a:latin typeface="Arial" panose="020B0604020202020204" pitchFamily="34" charset="0"/>
                <a:cs typeface="Arial" panose="020B0604020202020204" pitchFamily="34" charset="0"/>
              </a:rPr>
              <a:t>lantur</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sania</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dem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escidit</a:t>
            </a:r>
            <a:r>
              <a:rPr lang="en-US" sz="572" dirty="0">
                <a:solidFill>
                  <a:prstClr val="black"/>
                </a:solidFill>
                <a:latin typeface="Arial" panose="020B0604020202020204" pitchFamily="34" charset="0"/>
                <a:cs typeface="Arial" panose="020B0604020202020204" pitchFamily="34" charset="0"/>
              </a:rPr>
              <a:t> min </a:t>
            </a:r>
            <a:r>
              <a:rPr lang="en-US" sz="572" dirty="0" err="1">
                <a:solidFill>
                  <a:prstClr val="black"/>
                </a:solidFill>
                <a:latin typeface="Arial" panose="020B0604020202020204" pitchFamily="34" charset="0"/>
                <a:cs typeface="Arial" panose="020B0604020202020204" pitchFamily="34" charset="0"/>
              </a:rPr>
              <a:t>reruptiaero</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velis</a:t>
            </a:r>
            <a:r>
              <a:rPr lang="en-US" sz="572" dirty="0">
                <a:solidFill>
                  <a:prstClr val="black"/>
                </a:solidFill>
                <a:latin typeface="Arial" panose="020B0604020202020204" pitchFamily="34" charset="0"/>
                <a:cs typeface="Arial" panose="020B0604020202020204" pitchFamily="34" charset="0"/>
              </a:rPr>
              <a:t> maximus </a:t>
            </a:r>
            <a:r>
              <a:rPr lang="en-US" sz="572" dirty="0" err="1">
                <a:solidFill>
                  <a:prstClr val="black"/>
                </a:solidFill>
                <a:latin typeface="Arial" panose="020B0604020202020204" pitchFamily="34" charset="0"/>
                <a:cs typeface="Arial" panose="020B0604020202020204" pitchFamily="34" charset="0"/>
              </a:rPr>
              <a:t>aut</a:t>
            </a:r>
            <a:r>
              <a:rPr lang="en-US" sz="572" dirty="0">
                <a:solidFill>
                  <a:prstClr val="black"/>
                </a:solidFill>
                <a:latin typeface="Arial" panose="020B0604020202020204" pitchFamily="34" charset="0"/>
                <a:cs typeface="Arial" panose="020B0604020202020204" pitchFamily="34" charset="0"/>
              </a:rPr>
              <a:t> que </a:t>
            </a:r>
            <a:r>
              <a:rPr lang="en-US" sz="572" dirty="0" err="1">
                <a:solidFill>
                  <a:prstClr val="black"/>
                </a:solidFill>
                <a:latin typeface="Arial" panose="020B0604020202020204" pitchFamily="34" charset="0"/>
                <a:cs typeface="Arial" panose="020B0604020202020204" pitchFamily="34" charset="0"/>
              </a:rPr>
              <a:t>pe</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aliquas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sequidisit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omnient</a:t>
            </a:r>
            <a:r>
              <a:rPr lang="en-US" sz="572" dirty="0">
                <a:solidFill>
                  <a:prstClr val="black"/>
                </a:solidFill>
                <a:latin typeface="Arial" panose="020B0604020202020204" pitchFamily="34" charset="0"/>
                <a:cs typeface="Arial" panose="020B0604020202020204" pitchFamily="34" charset="0"/>
              </a:rPr>
              <a:t> hit lam </a:t>
            </a:r>
            <a:r>
              <a:rPr lang="en-US" sz="572" dirty="0" err="1">
                <a:solidFill>
                  <a:prstClr val="black"/>
                </a:solidFill>
                <a:latin typeface="Arial" panose="020B0604020202020204" pitchFamily="34" charset="0"/>
                <a:cs typeface="Arial" panose="020B0604020202020204" pitchFamily="34" charset="0"/>
              </a:rPr>
              <a:t>eicias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modio</a:t>
            </a:r>
            <a:r>
              <a:rPr lang="en-US" sz="572" dirty="0">
                <a:solidFill>
                  <a:prstClr val="black"/>
                </a:solidFill>
                <a:latin typeface="Arial" panose="020B0604020202020204" pitchFamily="34" charset="0"/>
                <a:cs typeface="Arial" panose="020B0604020202020204" pitchFamily="34" charset="0"/>
              </a:rPr>
              <a:t> con </a:t>
            </a:r>
            <a:r>
              <a:rPr lang="en-US" sz="572" dirty="0" err="1">
                <a:solidFill>
                  <a:prstClr val="black"/>
                </a:solidFill>
                <a:latin typeface="Arial" panose="020B0604020202020204" pitchFamily="34" charset="0"/>
                <a:cs typeface="Arial" panose="020B0604020202020204" pitchFamily="34" charset="0"/>
              </a:rPr>
              <a:t>nisin</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pediam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ent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cust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accaborit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odio</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corehen</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dendae</a:t>
            </a:r>
            <a:r>
              <a:rPr lang="en-US" sz="572" dirty="0">
                <a:solidFill>
                  <a:prstClr val="black"/>
                </a:solidFill>
                <a:latin typeface="Arial" panose="020B0604020202020204" pitchFamily="34" charset="0"/>
                <a:cs typeface="Arial" panose="020B0604020202020204" pitchFamily="34" charset="0"/>
              </a:rPr>
              <a:t> nonet </a:t>
            </a:r>
            <a:r>
              <a:rPr lang="en-US" sz="572" dirty="0" err="1">
                <a:solidFill>
                  <a:prstClr val="black"/>
                </a:solidFill>
                <a:latin typeface="Arial" panose="020B0604020202020204" pitchFamily="34" charset="0"/>
                <a:cs typeface="Arial" panose="020B0604020202020204" pitchFamily="34" charset="0"/>
              </a:rPr>
              <a:t>eliquam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aperorepe</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autatem</a:t>
            </a:r>
            <a:r>
              <a:rPr lang="en-US" sz="572" dirty="0">
                <a:solidFill>
                  <a:prstClr val="black"/>
                </a:solidFill>
                <a:latin typeface="Arial" panose="020B0604020202020204" pitchFamily="34" charset="0"/>
                <a:cs typeface="Arial" panose="020B0604020202020204" pitchFamily="34" charset="0"/>
              </a:rPr>
              <a:t> voles </a:t>
            </a:r>
            <a:r>
              <a:rPr lang="en-US" sz="572" dirty="0" err="1">
                <a:solidFill>
                  <a:prstClr val="black"/>
                </a:solidFill>
                <a:latin typeface="Arial" panose="020B0604020202020204" pitchFamily="34" charset="0"/>
                <a:cs typeface="Arial" panose="020B0604020202020204" pitchFamily="34" charset="0"/>
              </a:rPr>
              <a:t>int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odic</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tem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nis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dolorrum</a:t>
            </a:r>
            <a:r>
              <a:rPr lang="en-US" sz="572" dirty="0">
                <a:solidFill>
                  <a:prstClr val="black"/>
                </a:solidFill>
                <a:latin typeface="Arial" panose="020B0604020202020204" pitchFamily="34" charset="0"/>
                <a:cs typeface="Arial" panose="020B0604020202020204" pitchFamily="34" charset="0"/>
              </a:rPr>
              <a:t> que cores </a:t>
            </a:r>
            <a:r>
              <a:rPr lang="en-US" sz="572" dirty="0" err="1">
                <a:solidFill>
                  <a:prstClr val="black"/>
                </a:solidFill>
                <a:latin typeface="Arial" panose="020B0604020202020204" pitchFamily="34" charset="0"/>
                <a:cs typeface="Arial" panose="020B0604020202020204" pitchFamily="34" charset="0"/>
              </a:rPr>
              <a:t>doluptaturi</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utemolorum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imusam</a:t>
            </a:r>
            <a:r>
              <a:rPr lang="en-US" sz="572" dirty="0">
                <a:solidFill>
                  <a:prstClr val="black"/>
                </a:solidFill>
                <a:latin typeface="Arial" panose="020B0604020202020204" pitchFamily="34" charset="0"/>
                <a:cs typeface="Arial" panose="020B0604020202020204" pitchFamily="34" charset="0"/>
              </a:rPr>
              <a:t>,</a:t>
            </a:r>
          </a:p>
        </p:txBody>
      </p:sp>
      <p:sp>
        <p:nvSpPr>
          <p:cNvPr id="24" name="TextBox 23">
            <a:extLst>
              <a:ext uri="{FF2B5EF4-FFF2-40B4-BE49-F238E27FC236}">
                <a16:creationId xmlns:a16="http://schemas.microsoft.com/office/drawing/2014/main" id="{EF233BEC-D918-0A48-8894-42A92980A8AA}"/>
              </a:ext>
            </a:extLst>
          </p:cNvPr>
          <p:cNvSpPr txBox="1"/>
          <p:nvPr/>
        </p:nvSpPr>
        <p:spPr>
          <a:xfrm>
            <a:off x="7873433" y="5691997"/>
            <a:ext cx="2592548" cy="884666"/>
          </a:xfrm>
          <a:prstGeom prst="rect">
            <a:avLst/>
          </a:prstGeom>
          <a:noFill/>
        </p:spPr>
        <p:txBody>
          <a:bodyPr wrap="square" rtlCol="0">
            <a:spAutoFit/>
          </a:bodyPr>
          <a:lstStyle/>
          <a:p>
            <a:pPr defTabSz="780653"/>
            <a:r>
              <a:rPr lang="en-US" sz="572" dirty="0" err="1">
                <a:solidFill>
                  <a:prstClr val="black"/>
                </a:solidFill>
                <a:latin typeface="Arial" panose="020B0604020202020204" pitchFamily="34" charset="0"/>
                <a:cs typeface="Arial" panose="020B0604020202020204" pitchFamily="34" charset="0"/>
              </a:rPr>
              <a:t>Vitam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voloria</a:t>
            </a:r>
            <a:r>
              <a:rPr lang="en-US" sz="572" dirty="0">
                <a:solidFill>
                  <a:prstClr val="black"/>
                </a:solidFill>
                <a:latin typeface="Arial" panose="020B0604020202020204" pitchFamily="34" charset="0"/>
                <a:cs typeface="Arial" panose="020B0604020202020204" pitchFamily="34" charset="0"/>
              </a:rPr>
              <a:t> con et, cum </a:t>
            </a:r>
            <a:r>
              <a:rPr lang="en-US" sz="572" dirty="0" err="1">
                <a:solidFill>
                  <a:prstClr val="black"/>
                </a:solidFill>
                <a:latin typeface="Arial" panose="020B0604020202020204" pitchFamily="34" charset="0"/>
                <a:cs typeface="Arial" panose="020B0604020202020204" pitchFamily="34" charset="0"/>
              </a:rPr>
              <a:t>laboreium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nam</a:t>
            </a:r>
            <a:r>
              <a:rPr lang="en-US" sz="572" dirty="0">
                <a:solidFill>
                  <a:prstClr val="black"/>
                </a:solidFill>
                <a:latin typeface="Arial" panose="020B0604020202020204" pitchFamily="34" charset="0"/>
                <a:cs typeface="Arial" panose="020B0604020202020204" pitchFamily="34" charset="0"/>
              </a:rPr>
              <a:t> cum, </a:t>
            </a:r>
            <a:r>
              <a:rPr lang="en-US" sz="572" dirty="0" err="1">
                <a:solidFill>
                  <a:prstClr val="black"/>
                </a:solidFill>
                <a:latin typeface="Arial" panose="020B0604020202020204" pitchFamily="34" charset="0"/>
                <a:cs typeface="Arial" panose="020B0604020202020204" pitchFamily="34" charset="0"/>
              </a:rPr>
              <a:t>quat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paris</a:t>
            </a:r>
            <a:r>
              <a:rPr lang="en-US" sz="572" dirty="0">
                <a:solidFill>
                  <a:prstClr val="black"/>
                </a:solidFill>
                <a:latin typeface="Arial" panose="020B0604020202020204" pitchFamily="34" charset="0"/>
                <a:cs typeface="Arial" panose="020B0604020202020204" pitchFamily="34" charset="0"/>
              </a:rPr>
              <a:t> as core </a:t>
            </a:r>
            <a:r>
              <a:rPr lang="en-US" sz="572" dirty="0" err="1">
                <a:solidFill>
                  <a:prstClr val="black"/>
                </a:solidFill>
                <a:latin typeface="Arial" panose="020B0604020202020204" pitchFamily="34" charset="0"/>
                <a:cs typeface="Arial" panose="020B0604020202020204" pitchFamily="34" charset="0"/>
              </a:rPr>
              <a:t>volorest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sust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exceatur</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antio</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ea</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voluptas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eumquatendit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quas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doluptatet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aut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landignam</a:t>
            </a:r>
            <a:r>
              <a:rPr lang="en-US" sz="572" dirty="0">
                <a:solidFill>
                  <a:prstClr val="black"/>
                </a:solidFill>
                <a:latin typeface="Arial" panose="020B0604020202020204" pitchFamily="34" charset="0"/>
                <a:cs typeface="Arial" panose="020B0604020202020204" pitchFamily="34" charset="0"/>
              </a:rPr>
              <a:t> que </a:t>
            </a:r>
            <a:r>
              <a:rPr lang="en-US" sz="572" dirty="0" err="1">
                <a:solidFill>
                  <a:prstClr val="black"/>
                </a:solidFill>
                <a:latin typeface="Arial" panose="020B0604020202020204" pitchFamily="34" charset="0"/>
                <a:cs typeface="Arial" panose="020B0604020202020204" pitchFamily="34" charset="0"/>
              </a:rPr>
              <a:t>lantur</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sania</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dem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escidit</a:t>
            </a:r>
            <a:r>
              <a:rPr lang="en-US" sz="572" dirty="0">
                <a:solidFill>
                  <a:prstClr val="black"/>
                </a:solidFill>
                <a:latin typeface="Arial" panose="020B0604020202020204" pitchFamily="34" charset="0"/>
                <a:cs typeface="Arial" panose="020B0604020202020204" pitchFamily="34" charset="0"/>
              </a:rPr>
              <a:t> min </a:t>
            </a:r>
            <a:r>
              <a:rPr lang="en-US" sz="572" dirty="0" err="1">
                <a:solidFill>
                  <a:prstClr val="black"/>
                </a:solidFill>
                <a:latin typeface="Arial" panose="020B0604020202020204" pitchFamily="34" charset="0"/>
                <a:cs typeface="Arial" panose="020B0604020202020204" pitchFamily="34" charset="0"/>
              </a:rPr>
              <a:t>reruptiaero</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velis</a:t>
            </a:r>
            <a:r>
              <a:rPr lang="en-US" sz="572" dirty="0">
                <a:solidFill>
                  <a:prstClr val="black"/>
                </a:solidFill>
                <a:latin typeface="Arial" panose="020B0604020202020204" pitchFamily="34" charset="0"/>
                <a:cs typeface="Arial" panose="020B0604020202020204" pitchFamily="34" charset="0"/>
              </a:rPr>
              <a:t> maximus </a:t>
            </a:r>
            <a:r>
              <a:rPr lang="en-US" sz="572" dirty="0" err="1">
                <a:solidFill>
                  <a:prstClr val="black"/>
                </a:solidFill>
                <a:latin typeface="Arial" panose="020B0604020202020204" pitchFamily="34" charset="0"/>
                <a:cs typeface="Arial" panose="020B0604020202020204" pitchFamily="34" charset="0"/>
              </a:rPr>
              <a:t>aut</a:t>
            </a:r>
            <a:r>
              <a:rPr lang="en-US" sz="572" dirty="0">
                <a:solidFill>
                  <a:prstClr val="black"/>
                </a:solidFill>
                <a:latin typeface="Arial" panose="020B0604020202020204" pitchFamily="34" charset="0"/>
                <a:cs typeface="Arial" panose="020B0604020202020204" pitchFamily="34" charset="0"/>
              </a:rPr>
              <a:t> que </a:t>
            </a:r>
            <a:r>
              <a:rPr lang="en-US" sz="572" dirty="0" err="1">
                <a:solidFill>
                  <a:prstClr val="black"/>
                </a:solidFill>
                <a:latin typeface="Arial" panose="020B0604020202020204" pitchFamily="34" charset="0"/>
                <a:cs typeface="Arial" panose="020B0604020202020204" pitchFamily="34" charset="0"/>
              </a:rPr>
              <a:t>pe</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aliquas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sequidisit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omnient</a:t>
            </a:r>
            <a:r>
              <a:rPr lang="en-US" sz="572" dirty="0">
                <a:solidFill>
                  <a:prstClr val="black"/>
                </a:solidFill>
                <a:latin typeface="Arial" panose="020B0604020202020204" pitchFamily="34" charset="0"/>
                <a:cs typeface="Arial" panose="020B0604020202020204" pitchFamily="34" charset="0"/>
              </a:rPr>
              <a:t> hit lam </a:t>
            </a:r>
            <a:r>
              <a:rPr lang="en-US" sz="572" dirty="0" err="1">
                <a:solidFill>
                  <a:prstClr val="black"/>
                </a:solidFill>
                <a:latin typeface="Arial" panose="020B0604020202020204" pitchFamily="34" charset="0"/>
                <a:cs typeface="Arial" panose="020B0604020202020204" pitchFamily="34" charset="0"/>
              </a:rPr>
              <a:t>eicias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modio</a:t>
            </a:r>
            <a:r>
              <a:rPr lang="en-US" sz="572" dirty="0">
                <a:solidFill>
                  <a:prstClr val="black"/>
                </a:solidFill>
                <a:latin typeface="Arial" panose="020B0604020202020204" pitchFamily="34" charset="0"/>
                <a:cs typeface="Arial" panose="020B0604020202020204" pitchFamily="34" charset="0"/>
              </a:rPr>
              <a:t> con </a:t>
            </a:r>
            <a:r>
              <a:rPr lang="en-US" sz="572" dirty="0" err="1">
                <a:solidFill>
                  <a:prstClr val="black"/>
                </a:solidFill>
                <a:latin typeface="Arial" panose="020B0604020202020204" pitchFamily="34" charset="0"/>
                <a:cs typeface="Arial" panose="020B0604020202020204" pitchFamily="34" charset="0"/>
              </a:rPr>
              <a:t>nisin</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pediam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ent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cust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accaborit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odio</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corehen</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dendae</a:t>
            </a:r>
            <a:r>
              <a:rPr lang="en-US" sz="572" dirty="0">
                <a:solidFill>
                  <a:prstClr val="black"/>
                </a:solidFill>
                <a:latin typeface="Arial" panose="020B0604020202020204" pitchFamily="34" charset="0"/>
                <a:cs typeface="Arial" panose="020B0604020202020204" pitchFamily="34" charset="0"/>
              </a:rPr>
              <a:t> nonet </a:t>
            </a:r>
            <a:r>
              <a:rPr lang="en-US" sz="572" dirty="0" err="1">
                <a:solidFill>
                  <a:prstClr val="black"/>
                </a:solidFill>
                <a:latin typeface="Arial" panose="020B0604020202020204" pitchFamily="34" charset="0"/>
                <a:cs typeface="Arial" panose="020B0604020202020204" pitchFamily="34" charset="0"/>
              </a:rPr>
              <a:t>eliquam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aperorepe</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autatem</a:t>
            </a:r>
            <a:r>
              <a:rPr lang="en-US" sz="572" dirty="0">
                <a:solidFill>
                  <a:prstClr val="black"/>
                </a:solidFill>
                <a:latin typeface="Arial" panose="020B0604020202020204" pitchFamily="34" charset="0"/>
                <a:cs typeface="Arial" panose="020B0604020202020204" pitchFamily="34" charset="0"/>
              </a:rPr>
              <a:t> voles </a:t>
            </a:r>
            <a:r>
              <a:rPr lang="en-US" sz="572" dirty="0" err="1">
                <a:solidFill>
                  <a:prstClr val="black"/>
                </a:solidFill>
                <a:latin typeface="Arial" panose="020B0604020202020204" pitchFamily="34" charset="0"/>
                <a:cs typeface="Arial" panose="020B0604020202020204" pitchFamily="34" charset="0"/>
              </a:rPr>
              <a:t>int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odic</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tem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nis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dolorrum</a:t>
            </a:r>
            <a:r>
              <a:rPr lang="en-US" sz="572" dirty="0">
                <a:solidFill>
                  <a:prstClr val="black"/>
                </a:solidFill>
                <a:latin typeface="Arial" panose="020B0604020202020204" pitchFamily="34" charset="0"/>
                <a:cs typeface="Arial" panose="020B0604020202020204" pitchFamily="34" charset="0"/>
              </a:rPr>
              <a:t> que cores </a:t>
            </a:r>
            <a:r>
              <a:rPr lang="en-US" sz="572" dirty="0" err="1">
                <a:solidFill>
                  <a:prstClr val="black"/>
                </a:solidFill>
                <a:latin typeface="Arial" panose="020B0604020202020204" pitchFamily="34" charset="0"/>
                <a:cs typeface="Arial" panose="020B0604020202020204" pitchFamily="34" charset="0"/>
              </a:rPr>
              <a:t>doluptaturi</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utemolorum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imusam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idendaecabo</a:t>
            </a:r>
            <a:r>
              <a:rPr lang="en-US" sz="572" dirty="0">
                <a:solidFill>
                  <a:prstClr val="black"/>
                </a:solidFill>
                <a:latin typeface="Arial" panose="020B0604020202020204" pitchFamily="34" charset="0"/>
                <a:cs typeface="Arial" panose="020B0604020202020204" pitchFamily="34" charset="0"/>
              </a:rPr>
              <a:t>. Nam quo </a:t>
            </a:r>
            <a:r>
              <a:rPr lang="en-US" sz="572" dirty="0" err="1">
                <a:solidFill>
                  <a:prstClr val="black"/>
                </a:solidFill>
                <a:latin typeface="Arial" panose="020B0604020202020204" pitchFamily="34" charset="0"/>
                <a:cs typeface="Arial" panose="020B0604020202020204" pitchFamily="34" charset="0"/>
              </a:rPr>
              <a:t>moluptatur</a:t>
            </a:r>
            <a:r>
              <a:rPr lang="en-US" sz="572" dirty="0">
                <a:solidFill>
                  <a:prstClr val="black"/>
                </a:solidFill>
                <a:latin typeface="Arial" panose="020B0604020202020204" pitchFamily="34" charset="0"/>
                <a:cs typeface="Arial" panose="020B0604020202020204" pitchFamily="34" charset="0"/>
              </a:rPr>
              <a:t>?</a:t>
            </a:r>
          </a:p>
          <a:p>
            <a:pPr defTabSz="780653"/>
            <a:r>
              <a:rPr lang="en-US" sz="572" dirty="0" err="1">
                <a:solidFill>
                  <a:prstClr val="black"/>
                </a:solidFill>
                <a:latin typeface="Arial" panose="020B0604020202020204" pitchFamily="34" charset="0"/>
                <a:cs typeface="Arial" panose="020B0604020202020204" pitchFamily="34" charset="0"/>
              </a:rPr>
              <a:t>eicias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modio</a:t>
            </a:r>
            <a:r>
              <a:rPr lang="en-US" sz="572" dirty="0">
                <a:solidFill>
                  <a:prstClr val="black"/>
                </a:solidFill>
                <a:latin typeface="Arial" panose="020B0604020202020204" pitchFamily="34" charset="0"/>
                <a:cs typeface="Arial" panose="020B0604020202020204" pitchFamily="34" charset="0"/>
              </a:rPr>
              <a:t> con </a:t>
            </a:r>
            <a:r>
              <a:rPr lang="en-US" sz="572" dirty="0" err="1">
                <a:solidFill>
                  <a:prstClr val="black"/>
                </a:solidFill>
                <a:latin typeface="Arial" panose="020B0604020202020204" pitchFamily="34" charset="0"/>
                <a:cs typeface="Arial" panose="020B0604020202020204" pitchFamily="34" charset="0"/>
              </a:rPr>
              <a:t>nisin</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pediam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ent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cust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accaborit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odio</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corehen</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dendae</a:t>
            </a:r>
            <a:r>
              <a:rPr lang="en-US" sz="572" dirty="0">
                <a:solidFill>
                  <a:prstClr val="black"/>
                </a:solidFill>
                <a:latin typeface="Arial" panose="020B0604020202020204" pitchFamily="34" charset="0"/>
                <a:cs typeface="Arial" panose="020B0604020202020204" pitchFamily="34" charset="0"/>
              </a:rPr>
              <a:t> nonet </a:t>
            </a:r>
            <a:r>
              <a:rPr lang="en-US" sz="572" dirty="0" err="1">
                <a:solidFill>
                  <a:prstClr val="black"/>
                </a:solidFill>
                <a:latin typeface="Arial" panose="020B0604020202020204" pitchFamily="34" charset="0"/>
                <a:cs typeface="Arial" panose="020B0604020202020204" pitchFamily="34" charset="0"/>
              </a:rPr>
              <a:t>eliquam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aperorepe</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autatem</a:t>
            </a:r>
            <a:r>
              <a:rPr lang="en-US" sz="572" dirty="0">
                <a:solidFill>
                  <a:prstClr val="black"/>
                </a:solidFill>
                <a:latin typeface="Arial" panose="020B0604020202020204" pitchFamily="34" charset="0"/>
                <a:cs typeface="Arial" panose="020B0604020202020204" pitchFamily="34" charset="0"/>
              </a:rPr>
              <a:t> voles </a:t>
            </a:r>
            <a:r>
              <a:rPr lang="en-US" sz="572" dirty="0" err="1">
                <a:solidFill>
                  <a:prstClr val="black"/>
                </a:solidFill>
                <a:latin typeface="Arial" panose="020B0604020202020204" pitchFamily="34" charset="0"/>
                <a:cs typeface="Arial" panose="020B0604020202020204" pitchFamily="34" charset="0"/>
              </a:rPr>
              <a:t>int</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odic</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tem</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nis</a:t>
            </a:r>
            <a:r>
              <a:rPr lang="en-US" sz="572" dirty="0">
                <a:solidFill>
                  <a:prstClr val="black"/>
                </a:solidFill>
                <a:latin typeface="Arial" panose="020B0604020202020204" pitchFamily="34" charset="0"/>
                <a:cs typeface="Arial" panose="020B0604020202020204" pitchFamily="34" charset="0"/>
              </a:rPr>
              <a:t> </a:t>
            </a:r>
            <a:r>
              <a:rPr lang="en-US" sz="572" dirty="0" err="1">
                <a:solidFill>
                  <a:prstClr val="black"/>
                </a:solidFill>
                <a:latin typeface="Arial" panose="020B0604020202020204" pitchFamily="34" charset="0"/>
                <a:cs typeface="Arial" panose="020B0604020202020204" pitchFamily="34" charset="0"/>
              </a:rPr>
              <a:t>dolorrum</a:t>
            </a:r>
            <a:r>
              <a:rPr lang="en-US" sz="572" dirty="0">
                <a:solidFill>
                  <a:prstClr val="black"/>
                </a:solidFill>
                <a:latin typeface="Arial" panose="020B0604020202020204" pitchFamily="34" charset="0"/>
                <a:cs typeface="Arial" panose="020B0604020202020204" pitchFamily="34" charset="0"/>
              </a:rPr>
              <a:t> que</a:t>
            </a:r>
          </a:p>
        </p:txBody>
      </p:sp>
      <p:sp>
        <p:nvSpPr>
          <p:cNvPr id="25" name="TextBox 24">
            <a:extLst>
              <a:ext uri="{FF2B5EF4-FFF2-40B4-BE49-F238E27FC236}">
                <a16:creationId xmlns:a16="http://schemas.microsoft.com/office/drawing/2014/main" id="{9EADA974-F7A9-C443-A9D9-DE40192BFC5F}"/>
              </a:ext>
            </a:extLst>
          </p:cNvPr>
          <p:cNvSpPr txBox="1"/>
          <p:nvPr/>
        </p:nvSpPr>
        <p:spPr>
          <a:xfrm>
            <a:off x="1771310" y="1520127"/>
            <a:ext cx="2452736" cy="257315"/>
          </a:xfrm>
          <a:prstGeom prst="rect">
            <a:avLst/>
          </a:prstGeom>
          <a:noFill/>
        </p:spPr>
        <p:txBody>
          <a:bodyPr wrap="square" rtlCol="0">
            <a:spAutoFit/>
          </a:bodyPr>
          <a:lstStyle/>
          <a:p>
            <a:pPr defTabSz="780653"/>
            <a:r>
              <a:rPr lang="en-US" sz="1072" b="1" dirty="0">
                <a:solidFill>
                  <a:prstClr val="black"/>
                </a:solidFill>
                <a:latin typeface="Arial" panose="020B0604020202020204" pitchFamily="34" charset="0"/>
                <a:cs typeface="Arial" panose="020B0604020202020204" pitchFamily="34" charset="0"/>
              </a:rPr>
              <a:t>Introduction</a:t>
            </a:r>
          </a:p>
        </p:txBody>
      </p:sp>
      <p:sp>
        <p:nvSpPr>
          <p:cNvPr id="28" name="Rounded Rectangle 27">
            <a:extLst>
              <a:ext uri="{FF2B5EF4-FFF2-40B4-BE49-F238E27FC236}">
                <a16:creationId xmlns:a16="http://schemas.microsoft.com/office/drawing/2014/main" id="{9FB86953-067E-2243-9199-5828E9A57BF6}"/>
              </a:ext>
            </a:extLst>
          </p:cNvPr>
          <p:cNvSpPr/>
          <p:nvPr/>
        </p:nvSpPr>
        <p:spPr>
          <a:xfrm>
            <a:off x="1645444" y="3262885"/>
            <a:ext cx="2798989" cy="801115"/>
          </a:xfrm>
          <a:prstGeom prst="roundRect">
            <a:avLst>
              <a:gd name="adj" fmla="val 15679"/>
            </a:avLst>
          </a:prstGeom>
          <a:noFill/>
          <a:ln w="101600">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80653"/>
            <a:endParaRPr lang="en-US" sz="1281">
              <a:solidFill>
                <a:prstClr val="white"/>
              </a:solidFill>
              <a:latin typeface="Arial" panose="020B0604020202020204" pitchFamily="34" charset="0"/>
              <a:cs typeface="Arial" panose="020B0604020202020204" pitchFamily="34" charset="0"/>
            </a:endParaRPr>
          </a:p>
        </p:txBody>
      </p:sp>
      <p:sp>
        <p:nvSpPr>
          <p:cNvPr id="30" name="Rounded Rectangle 29">
            <a:extLst>
              <a:ext uri="{FF2B5EF4-FFF2-40B4-BE49-F238E27FC236}">
                <a16:creationId xmlns:a16="http://schemas.microsoft.com/office/drawing/2014/main" id="{CB3CD93F-7B36-1740-BF66-2421A3620ACD}"/>
              </a:ext>
            </a:extLst>
          </p:cNvPr>
          <p:cNvSpPr/>
          <p:nvPr/>
        </p:nvSpPr>
        <p:spPr>
          <a:xfrm>
            <a:off x="1645444" y="4189380"/>
            <a:ext cx="2798989" cy="2423692"/>
          </a:xfrm>
          <a:prstGeom prst="roundRect">
            <a:avLst>
              <a:gd name="adj" fmla="val 5504"/>
            </a:avLst>
          </a:prstGeom>
          <a:noFill/>
          <a:ln w="101600">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80653"/>
            <a:endParaRPr lang="en-US" sz="1281">
              <a:solidFill>
                <a:prstClr val="white"/>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B1409F1-EFF0-184F-85F5-7EA24196BA8A}"/>
              </a:ext>
            </a:extLst>
          </p:cNvPr>
          <p:cNvSpPr txBox="1"/>
          <p:nvPr/>
        </p:nvSpPr>
        <p:spPr>
          <a:xfrm>
            <a:off x="1771310" y="3313441"/>
            <a:ext cx="2452736" cy="257315"/>
          </a:xfrm>
          <a:prstGeom prst="rect">
            <a:avLst/>
          </a:prstGeom>
          <a:noFill/>
        </p:spPr>
        <p:txBody>
          <a:bodyPr wrap="square" rtlCol="0">
            <a:spAutoFit/>
          </a:bodyPr>
          <a:lstStyle/>
          <a:p>
            <a:pPr defTabSz="780653"/>
            <a:r>
              <a:rPr lang="en-US" sz="1072" b="1" dirty="0">
                <a:solidFill>
                  <a:prstClr val="black"/>
                </a:solidFill>
                <a:latin typeface="Arial" panose="020B0604020202020204" pitchFamily="34" charset="0"/>
                <a:cs typeface="Arial" panose="020B0604020202020204" pitchFamily="34" charset="0"/>
              </a:rPr>
              <a:t>Research Goal</a:t>
            </a:r>
          </a:p>
        </p:txBody>
      </p:sp>
      <p:sp>
        <p:nvSpPr>
          <p:cNvPr id="33" name="TextBox 32">
            <a:extLst>
              <a:ext uri="{FF2B5EF4-FFF2-40B4-BE49-F238E27FC236}">
                <a16:creationId xmlns:a16="http://schemas.microsoft.com/office/drawing/2014/main" id="{7418BA6E-2677-B748-A162-8B83DCDBD8E6}"/>
              </a:ext>
            </a:extLst>
          </p:cNvPr>
          <p:cNvSpPr txBox="1"/>
          <p:nvPr/>
        </p:nvSpPr>
        <p:spPr>
          <a:xfrm>
            <a:off x="1771310" y="4192539"/>
            <a:ext cx="2452736" cy="257315"/>
          </a:xfrm>
          <a:prstGeom prst="rect">
            <a:avLst/>
          </a:prstGeom>
          <a:noFill/>
        </p:spPr>
        <p:txBody>
          <a:bodyPr wrap="square" rtlCol="0">
            <a:spAutoFit/>
          </a:bodyPr>
          <a:lstStyle/>
          <a:p>
            <a:pPr defTabSz="780653"/>
            <a:r>
              <a:rPr lang="en-US" sz="1072" b="1" dirty="0">
                <a:solidFill>
                  <a:prstClr val="black"/>
                </a:solidFill>
                <a:latin typeface="Arial" panose="020B0604020202020204" pitchFamily="34" charset="0"/>
                <a:cs typeface="Arial" panose="020B0604020202020204" pitchFamily="34" charset="0"/>
              </a:rPr>
              <a:t>Methods</a:t>
            </a:r>
          </a:p>
        </p:txBody>
      </p:sp>
      <p:sp>
        <p:nvSpPr>
          <p:cNvPr id="35" name="Rounded Rectangle 34">
            <a:extLst>
              <a:ext uri="{FF2B5EF4-FFF2-40B4-BE49-F238E27FC236}">
                <a16:creationId xmlns:a16="http://schemas.microsoft.com/office/drawing/2014/main" id="{992CF63D-2222-F94F-867D-42F630C136CA}"/>
              </a:ext>
            </a:extLst>
          </p:cNvPr>
          <p:cNvSpPr/>
          <p:nvPr/>
        </p:nvSpPr>
        <p:spPr>
          <a:xfrm>
            <a:off x="4696506" y="1469572"/>
            <a:ext cx="2798989" cy="5143500"/>
          </a:xfrm>
          <a:prstGeom prst="roundRect">
            <a:avLst>
              <a:gd name="adj" fmla="val 4654"/>
            </a:avLst>
          </a:prstGeom>
          <a:noFill/>
          <a:ln w="101600">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80653"/>
            <a:endParaRPr lang="en-US" sz="1281">
              <a:solidFill>
                <a:prstClr val="white"/>
              </a:solidFill>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CCF86EF8-8330-824F-AEC3-40BA084A203D}"/>
              </a:ext>
            </a:extLst>
          </p:cNvPr>
          <p:cNvSpPr txBox="1"/>
          <p:nvPr/>
        </p:nvSpPr>
        <p:spPr>
          <a:xfrm>
            <a:off x="4863582" y="1520127"/>
            <a:ext cx="2326821" cy="257315"/>
          </a:xfrm>
          <a:prstGeom prst="rect">
            <a:avLst/>
          </a:prstGeom>
          <a:noFill/>
        </p:spPr>
        <p:txBody>
          <a:bodyPr wrap="square" rtlCol="0">
            <a:spAutoFit/>
          </a:bodyPr>
          <a:lstStyle/>
          <a:p>
            <a:pPr defTabSz="780653"/>
            <a:r>
              <a:rPr lang="en-US" sz="1072" b="1" dirty="0">
                <a:solidFill>
                  <a:prstClr val="black"/>
                </a:solidFill>
                <a:latin typeface="Arial" panose="020B0604020202020204" pitchFamily="34" charset="0"/>
                <a:cs typeface="Arial" panose="020B0604020202020204" pitchFamily="34" charset="0"/>
              </a:rPr>
              <a:t>Figures and Results</a:t>
            </a:r>
          </a:p>
        </p:txBody>
      </p:sp>
      <p:sp>
        <p:nvSpPr>
          <p:cNvPr id="38" name="Rounded Rectangle 37">
            <a:extLst>
              <a:ext uri="{FF2B5EF4-FFF2-40B4-BE49-F238E27FC236}">
                <a16:creationId xmlns:a16="http://schemas.microsoft.com/office/drawing/2014/main" id="{74EE89AA-6B4C-A645-A875-735E9B5ECFDF}"/>
              </a:ext>
            </a:extLst>
          </p:cNvPr>
          <p:cNvSpPr/>
          <p:nvPr/>
        </p:nvSpPr>
        <p:spPr>
          <a:xfrm>
            <a:off x="7741946" y="1469571"/>
            <a:ext cx="2804610" cy="2594429"/>
          </a:xfrm>
          <a:prstGeom prst="roundRect">
            <a:avLst>
              <a:gd name="adj" fmla="val 4834"/>
            </a:avLst>
          </a:prstGeom>
          <a:noFill/>
          <a:ln w="101600">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80653"/>
            <a:endParaRPr lang="en-US" sz="1281">
              <a:solidFill>
                <a:prstClr val="white"/>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72469223-559A-D34A-BE73-81C17CBC85E6}"/>
              </a:ext>
            </a:extLst>
          </p:cNvPr>
          <p:cNvSpPr txBox="1"/>
          <p:nvPr/>
        </p:nvSpPr>
        <p:spPr>
          <a:xfrm>
            <a:off x="7873433" y="1520127"/>
            <a:ext cx="2283327" cy="257315"/>
          </a:xfrm>
          <a:prstGeom prst="rect">
            <a:avLst/>
          </a:prstGeom>
          <a:noFill/>
        </p:spPr>
        <p:txBody>
          <a:bodyPr wrap="square" rtlCol="0">
            <a:spAutoFit/>
          </a:bodyPr>
          <a:lstStyle/>
          <a:p>
            <a:pPr defTabSz="780653"/>
            <a:r>
              <a:rPr lang="en-US" sz="1072" b="1" dirty="0">
                <a:solidFill>
                  <a:prstClr val="black"/>
                </a:solidFill>
                <a:latin typeface="Arial" panose="020B0604020202020204" pitchFamily="34" charset="0"/>
                <a:cs typeface="Arial" panose="020B0604020202020204" pitchFamily="34" charset="0"/>
              </a:rPr>
              <a:t>Conclusion</a:t>
            </a:r>
          </a:p>
        </p:txBody>
      </p:sp>
      <p:sp>
        <p:nvSpPr>
          <p:cNvPr id="41" name="Rounded Rectangle 40">
            <a:extLst>
              <a:ext uri="{FF2B5EF4-FFF2-40B4-BE49-F238E27FC236}">
                <a16:creationId xmlns:a16="http://schemas.microsoft.com/office/drawing/2014/main" id="{4C15FDD0-072E-284C-B679-0CBC181EA921}"/>
              </a:ext>
            </a:extLst>
          </p:cNvPr>
          <p:cNvSpPr/>
          <p:nvPr/>
        </p:nvSpPr>
        <p:spPr>
          <a:xfrm>
            <a:off x="7741946" y="4175449"/>
            <a:ext cx="2804610" cy="1058765"/>
          </a:xfrm>
          <a:prstGeom prst="roundRect">
            <a:avLst>
              <a:gd name="adj" fmla="val 10741"/>
            </a:avLst>
          </a:prstGeom>
          <a:noFill/>
          <a:ln w="101600">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80653"/>
            <a:endParaRPr lang="en-US" sz="1281">
              <a:solidFill>
                <a:prstClr val="white"/>
              </a:solidFill>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92FAF4AE-5CA8-F544-938A-8DCEA6D15313}"/>
              </a:ext>
            </a:extLst>
          </p:cNvPr>
          <p:cNvSpPr txBox="1"/>
          <p:nvPr/>
        </p:nvSpPr>
        <p:spPr>
          <a:xfrm>
            <a:off x="7873433" y="4226005"/>
            <a:ext cx="2283327" cy="257315"/>
          </a:xfrm>
          <a:prstGeom prst="rect">
            <a:avLst/>
          </a:prstGeom>
          <a:noFill/>
        </p:spPr>
        <p:txBody>
          <a:bodyPr wrap="square" rtlCol="0">
            <a:spAutoFit/>
          </a:bodyPr>
          <a:lstStyle/>
          <a:p>
            <a:pPr defTabSz="780653"/>
            <a:r>
              <a:rPr lang="en-US" sz="1072" b="1" dirty="0">
                <a:solidFill>
                  <a:prstClr val="black"/>
                </a:solidFill>
                <a:latin typeface="Arial" panose="020B0604020202020204" pitchFamily="34" charset="0"/>
                <a:cs typeface="Arial" panose="020B0604020202020204" pitchFamily="34" charset="0"/>
              </a:rPr>
              <a:t>Acknowledgments</a:t>
            </a:r>
            <a:endParaRPr lang="en-US" sz="1072" dirty="0">
              <a:solidFill>
                <a:prstClr val="black"/>
              </a:solidFill>
              <a:latin typeface="Arial" panose="020B0604020202020204" pitchFamily="34" charset="0"/>
              <a:cs typeface="Arial" panose="020B0604020202020204" pitchFamily="34" charset="0"/>
            </a:endParaRPr>
          </a:p>
        </p:txBody>
      </p:sp>
      <p:sp>
        <p:nvSpPr>
          <p:cNvPr id="43" name="Rounded Rectangle 42">
            <a:extLst>
              <a:ext uri="{FF2B5EF4-FFF2-40B4-BE49-F238E27FC236}">
                <a16:creationId xmlns:a16="http://schemas.microsoft.com/office/drawing/2014/main" id="{DBAAB73C-E5E6-114C-A9DA-575177C0B389}"/>
              </a:ext>
            </a:extLst>
          </p:cNvPr>
          <p:cNvSpPr/>
          <p:nvPr/>
        </p:nvSpPr>
        <p:spPr>
          <a:xfrm>
            <a:off x="7741946" y="5347608"/>
            <a:ext cx="2804610" cy="1265464"/>
          </a:xfrm>
          <a:prstGeom prst="roundRect">
            <a:avLst>
              <a:gd name="adj" fmla="val 8900"/>
            </a:avLst>
          </a:prstGeom>
          <a:noFill/>
          <a:ln w="101600">
            <a:solidFill>
              <a:srgbClr val="BF5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80653"/>
            <a:endParaRPr lang="en-US" sz="1281">
              <a:solidFill>
                <a:prstClr val="white"/>
              </a:solidFill>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64356E47-4A81-7D45-90D7-5903DFC81DAF}"/>
              </a:ext>
            </a:extLst>
          </p:cNvPr>
          <p:cNvSpPr txBox="1"/>
          <p:nvPr/>
        </p:nvSpPr>
        <p:spPr>
          <a:xfrm>
            <a:off x="7873433" y="5398163"/>
            <a:ext cx="2283327" cy="257315"/>
          </a:xfrm>
          <a:prstGeom prst="rect">
            <a:avLst/>
          </a:prstGeom>
          <a:noFill/>
        </p:spPr>
        <p:txBody>
          <a:bodyPr wrap="square" rtlCol="0">
            <a:spAutoFit/>
          </a:bodyPr>
          <a:lstStyle/>
          <a:p>
            <a:pPr defTabSz="780653"/>
            <a:r>
              <a:rPr lang="en-US" sz="1072" b="1" dirty="0">
                <a:solidFill>
                  <a:prstClr val="black"/>
                </a:solidFill>
                <a:latin typeface="Arial" panose="020B0604020202020204" pitchFamily="34" charset="0"/>
                <a:cs typeface="Arial" panose="020B0604020202020204" pitchFamily="34" charset="0"/>
              </a:rPr>
              <a:t>References</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B1CB227-8D1C-E348-84AD-06F18B6E4815}"/>
                  </a:ext>
                </a:extLst>
              </p:cNvPr>
              <p:cNvSpPr txBox="1"/>
              <p:nvPr/>
            </p:nvSpPr>
            <p:spPr>
              <a:xfrm>
                <a:off x="1773209" y="1789275"/>
                <a:ext cx="2594684" cy="1361911"/>
              </a:xfrm>
              <a:prstGeom prst="rect">
                <a:avLst/>
              </a:prstGeom>
              <a:noFill/>
            </p:spPr>
            <p:txBody>
              <a:bodyPr wrap="square" rtlCol="0">
                <a:spAutoFit/>
              </a:bodyPr>
              <a:lstStyle/>
              <a:p>
                <a:pPr defTabSz="780653"/>
                <a:r>
                  <a:rPr lang="en-US" sz="572" dirty="0">
                    <a:solidFill>
                      <a:prstClr val="black"/>
                    </a:solidFill>
                    <a:latin typeface="Arial" panose="020B0604020202020204" pitchFamily="34" charset="0"/>
                    <a:cs typeface="Arial" panose="020B0604020202020204" pitchFamily="34" charset="0"/>
                  </a:rPr>
                  <a:t>Capacitors are key components in many electrical systems because they store energy and help regulate voltage. A parallel-plate capacitor consists of two metal plates separated by an insulating material, and its capacitance depends on the size of the plates and the distance between them. For an air-filled capacitor, the formula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𝐶</m:t>
                    </m:r>
                    <m:r>
                      <a:rPr lang="en-US" sz="572" b="0" i="1" smtClean="0">
                        <a:solidFill>
                          <a:prstClr val="black"/>
                        </a:solidFill>
                        <a:latin typeface="Cambria Math" panose="02040503050406030204" pitchFamily="18" charset="0"/>
                        <a:cs typeface="Arial" panose="020B0604020202020204" pitchFamily="34" charset="0"/>
                      </a:rPr>
                      <m:t>=</m:t>
                    </m:r>
                    <m:sSub>
                      <m:sSubPr>
                        <m:ctrlPr>
                          <a:rPr lang="en-US" sz="572" b="0" i="1" smtClean="0">
                            <a:solidFill>
                              <a:prstClr val="black"/>
                            </a:solidFill>
                            <a:latin typeface="Cambria Math" panose="02040503050406030204" pitchFamily="18" charset="0"/>
                            <a:cs typeface="Arial" panose="020B0604020202020204" pitchFamily="34" charset="0"/>
                          </a:rPr>
                        </m:ctrlPr>
                      </m:sSubPr>
                      <m:e>
                        <m:r>
                          <a:rPr lang="en-US" sz="572" b="0" i="1" smtClean="0">
                            <a:solidFill>
                              <a:prstClr val="black"/>
                            </a:solidFill>
                            <a:latin typeface="Cambria Math" panose="02040503050406030204" pitchFamily="18" charset="0"/>
                            <a:cs typeface="Arial" panose="020B0604020202020204" pitchFamily="34" charset="0"/>
                          </a:rPr>
                          <m:t>𝜖</m:t>
                        </m:r>
                      </m:e>
                      <m:sub>
                        <m:r>
                          <a:rPr lang="en-US" sz="572" b="0" i="1" smtClean="0">
                            <a:solidFill>
                              <a:prstClr val="black"/>
                            </a:solidFill>
                            <a:latin typeface="Cambria Math" panose="02040503050406030204" pitchFamily="18" charset="0"/>
                            <a:cs typeface="Arial" panose="020B0604020202020204" pitchFamily="34" charset="0"/>
                          </a:rPr>
                          <m:t>0</m:t>
                        </m:r>
                      </m:sub>
                    </m:sSub>
                    <m:f>
                      <m:fPr>
                        <m:ctrlPr>
                          <a:rPr lang="en-US" sz="572" b="0" i="1" smtClean="0">
                            <a:solidFill>
                              <a:prstClr val="black"/>
                            </a:solidFill>
                            <a:latin typeface="Cambria Math" panose="02040503050406030204" pitchFamily="18" charset="0"/>
                            <a:cs typeface="Arial" panose="020B0604020202020204" pitchFamily="34" charset="0"/>
                          </a:rPr>
                        </m:ctrlPr>
                      </m:fPr>
                      <m:num>
                        <m:r>
                          <a:rPr lang="en-US" sz="572" b="0" i="1" smtClean="0">
                            <a:solidFill>
                              <a:prstClr val="black"/>
                            </a:solidFill>
                            <a:latin typeface="Cambria Math" panose="02040503050406030204" pitchFamily="18" charset="0"/>
                            <a:cs typeface="Arial" panose="020B0604020202020204" pitchFamily="34" charset="0"/>
                          </a:rPr>
                          <m:t>𝐴</m:t>
                        </m:r>
                      </m:num>
                      <m:den>
                        <m:r>
                          <a:rPr lang="en-US" sz="572" b="0" i="1" smtClean="0">
                            <a:solidFill>
                              <a:prstClr val="black"/>
                            </a:solidFill>
                            <a:latin typeface="Cambria Math" panose="02040503050406030204" pitchFamily="18" charset="0"/>
                            <a:cs typeface="Arial" panose="020B0604020202020204" pitchFamily="34" charset="0"/>
                          </a:rPr>
                          <m:t>𝑑</m:t>
                        </m:r>
                      </m:den>
                    </m:f>
                  </m:oMath>
                </a14:m>
                <a:r>
                  <a:rPr lang="en-US" sz="572" dirty="0">
                    <a:solidFill>
                      <a:prstClr val="black"/>
                    </a:solidFill>
                    <a:latin typeface="Arial" panose="020B0604020202020204" pitchFamily="34" charset="0"/>
                    <a:cs typeface="Arial" panose="020B0604020202020204" pitchFamily="34" charset="0"/>
                  </a:rPr>
                  <a:t> shows that capacitance increases with plate area and decreases as the plates are moved farther apart. Understanding this relationship is important for designing capacitors used in practical applications.</a:t>
                </a:r>
              </a:p>
              <a:p>
                <a:pPr defTabSz="780653"/>
                <a:r>
                  <a:rPr lang="en-US" sz="572" dirty="0">
                    <a:solidFill>
                      <a:prstClr val="black"/>
                    </a:solidFill>
                    <a:latin typeface="Arial" panose="020B0604020202020204" pitchFamily="34" charset="0"/>
                    <a:cs typeface="Arial" panose="020B0604020202020204" pitchFamily="34" charset="0"/>
                  </a:rPr>
                  <a:t>In this project, we tested how changing plate area and separation affects capacitance and stored energy. We used adjustable metal plates, a micrometer to measure distance, and a capacitance meter to take readings while keeping the applied voltage constant. Data was collected for different plate sizes and separations see how real measurements compare to theory.</a:t>
                </a:r>
              </a:p>
            </p:txBody>
          </p:sp>
        </mc:Choice>
        <mc:Fallback xmlns="">
          <p:sp>
            <p:nvSpPr>
              <p:cNvPr id="47" name="TextBox 46">
                <a:extLst>
                  <a:ext uri="{FF2B5EF4-FFF2-40B4-BE49-F238E27FC236}">
                    <a16:creationId xmlns:a16="http://schemas.microsoft.com/office/drawing/2014/main" id="{5B1CB227-8D1C-E348-84AD-06F18B6E4815}"/>
                  </a:ext>
                </a:extLst>
              </p:cNvPr>
              <p:cNvSpPr txBox="1">
                <a:spLocks noRot="1" noChangeAspect="1" noMove="1" noResize="1" noEditPoints="1" noAdjustHandles="1" noChangeArrowheads="1" noChangeShapeType="1" noTextEdit="1"/>
              </p:cNvSpPr>
              <p:nvPr/>
            </p:nvSpPr>
            <p:spPr>
              <a:xfrm>
                <a:off x="1773209" y="1789275"/>
                <a:ext cx="2594684" cy="136191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EA8601F-31F3-C14A-BF17-B9C6854CA5E3}"/>
                  </a:ext>
                </a:extLst>
              </p:cNvPr>
              <p:cNvSpPr txBox="1"/>
              <p:nvPr/>
            </p:nvSpPr>
            <p:spPr>
              <a:xfrm>
                <a:off x="1773209" y="3595288"/>
                <a:ext cx="2594684" cy="393506"/>
              </a:xfrm>
              <a:prstGeom prst="rect">
                <a:avLst/>
              </a:prstGeom>
              <a:noFill/>
            </p:spPr>
            <p:txBody>
              <a:bodyPr wrap="square" rtlCol="0">
                <a:spAutoFit/>
              </a:bodyPr>
              <a:lstStyle/>
              <a:p>
                <a:pPr defTabSz="780653"/>
                <a:r>
                  <a:rPr lang="en-US" sz="572" dirty="0">
                    <a:solidFill>
                      <a:prstClr val="black"/>
                    </a:solidFill>
                    <a:latin typeface="Arial" panose="020B0604020202020204" pitchFamily="34" charset="0"/>
                    <a:cs typeface="Arial" panose="020B0604020202020204" pitchFamily="34" charset="0"/>
                  </a:rPr>
                  <a:t>To examine how plate area and plate separation affect the capacitance and energy storage of a parallel-plate capacitor, and to compare the measured results with the theoretical relationship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𝐶</m:t>
                    </m:r>
                    <m:r>
                      <a:rPr lang="en-US" sz="572" b="0" i="1" smtClean="0">
                        <a:solidFill>
                          <a:prstClr val="black"/>
                        </a:solidFill>
                        <a:latin typeface="Cambria Math" panose="02040503050406030204" pitchFamily="18" charset="0"/>
                        <a:cs typeface="Arial" panose="020B0604020202020204" pitchFamily="34" charset="0"/>
                      </a:rPr>
                      <m:t>=</m:t>
                    </m:r>
                    <m:sSub>
                      <m:sSubPr>
                        <m:ctrlPr>
                          <a:rPr lang="en-US" sz="572" b="0" i="1" smtClean="0">
                            <a:solidFill>
                              <a:prstClr val="black"/>
                            </a:solidFill>
                            <a:latin typeface="Cambria Math" panose="02040503050406030204" pitchFamily="18" charset="0"/>
                            <a:cs typeface="Arial" panose="020B0604020202020204" pitchFamily="34" charset="0"/>
                          </a:rPr>
                        </m:ctrlPr>
                      </m:sSubPr>
                      <m:e>
                        <m:r>
                          <a:rPr lang="en-US" sz="572" b="0" i="1" smtClean="0">
                            <a:solidFill>
                              <a:prstClr val="black"/>
                            </a:solidFill>
                            <a:latin typeface="Cambria Math" panose="02040503050406030204" pitchFamily="18" charset="0"/>
                            <a:cs typeface="Arial" panose="020B0604020202020204" pitchFamily="34" charset="0"/>
                          </a:rPr>
                          <m:t>𝜖</m:t>
                        </m:r>
                      </m:e>
                      <m:sub>
                        <m:r>
                          <a:rPr lang="en-US" sz="572" b="0" i="1" smtClean="0">
                            <a:solidFill>
                              <a:prstClr val="black"/>
                            </a:solidFill>
                            <a:latin typeface="Cambria Math" panose="02040503050406030204" pitchFamily="18" charset="0"/>
                            <a:cs typeface="Arial" panose="020B0604020202020204" pitchFamily="34" charset="0"/>
                          </a:rPr>
                          <m:t>0</m:t>
                        </m:r>
                      </m:sub>
                    </m:sSub>
                    <m:f>
                      <m:fPr>
                        <m:ctrlPr>
                          <a:rPr lang="en-US" sz="572" b="0" i="1" smtClean="0">
                            <a:solidFill>
                              <a:prstClr val="black"/>
                            </a:solidFill>
                            <a:latin typeface="Cambria Math" panose="02040503050406030204" pitchFamily="18" charset="0"/>
                            <a:cs typeface="Arial" panose="020B0604020202020204" pitchFamily="34" charset="0"/>
                          </a:rPr>
                        </m:ctrlPr>
                      </m:fPr>
                      <m:num>
                        <m:r>
                          <a:rPr lang="en-US" sz="572" b="0" i="1" smtClean="0">
                            <a:solidFill>
                              <a:prstClr val="black"/>
                            </a:solidFill>
                            <a:latin typeface="Cambria Math" panose="02040503050406030204" pitchFamily="18" charset="0"/>
                            <a:cs typeface="Arial" panose="020B0604020202020204" pitchFamily="34" charset="0"/>
                          </a:rPr>
                          <m:t>𝐴</m:t>
                        </m:r>
                      </m:num>
                      <m:den>
                        <m:r>
                          <a:rPr lang="en-US" sz="572" b="0" i="1" smtClean="0">
                            <a:solidFill>
                              <a:prstClr val="black"/>
                            </a:solidFill>
                            <a:latin typeface="Cambria Math" panose="02040503050406030204" pitchFamily="18" charset="0"/>
                            <a:cs typeface="Arial" panose="020B0604020202020204" pitchFamily="34" charset="0"/>
                          </a:rPr>
                          <m:t>𝑑</m:t>
                        </m:r>
                      </m:den>
                    </m:f>
                  </m:oMath>
                </a14:m>
                <a:r>
                  <a:rPr lang="en-US" sz="572" dirty="0">
                    <a:solidFill>
                      <a:prstClr val="black"/>
                    </a:solidFill>
                    <a:latin typeface="Arial" panose="020B0604020202020204" pitchFamily="34" charset="0"/>
                    <a:cs typeface="Arial" panose="020B0604020202020204" pitchFamily="34" charset="0"/>
                  </a:rPr>
                  <a:t>.</a:t>
                </a:r>
              </a:p>
            </p:txBody>
          </p:sp>
        </mc:Choice>
        <mc:Fallback xmlns="">
          <p:sp>
            <p:nvSpPr>
              <p:cNvPr id="48" name="TextBox 47">
                <a:extLst>
                  <a:ext uri="{FF2B5EF4-FFF2-40B4-BE49-F238E27FC236}">
                    <a16:creationId xmlns:a16="http://schemas.microsoft.com/office/drawing/2014/main" id="{2EA8601F-31F3-C14A-BF17-B9C6854CA5E3}"/>
                  </a:ext>
                </a:extLst>
              </p:cNvPr>
              <p:cNvSpPr txBox="1">
                <a:spLocks noRot="1" noChangeAspect="1" noMove="1" noResize="1" noEditPoints="1" noAdjustHandles="1" noChangeArrowheads="1" noChangeShapeType="1" noTextEdit="1"/>
              </p:cNvSpPr>
              <p:nvPr/>
            </p:nvSpPr>
            <p:spPr>
              <a:xfrm>
                <a:off x="1773209" y="3595288"/>
                <a:ext cx="2594684" cy="39350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D66091E-E47C-CF42-A22A-669CB4253806}"/>
                  </a:ext>
                </a:extLst>
              </p:cNvPr>
              <p:cNvSpPr txBox="1"/>
              <p:nvPr/>
            </p:nvSpPr>
            <p:spPr>
              <a:xfrm>
                <a:off x="1771310" y="4332107"/>
                <a:ext cx="2594684" cy="2278188"/>
              </a:xfrm>
              <a:prstGeom prst="rect">
                <a:avLst/>
              </a:prstGeom>
              <a:noFill/>
            </p:spPr>
            <p:txBody>
              <a:bodyPr wrap="square" rtlCol="0">
                <a:spAutoFit/>
              </a:bodyPr>
              <a:lstStyle/>
              <a:p>
                <a:pPr defTabSz="780653"/>
                <a:r>
                  <a:rPr lang="en-US" sz="572" dirty="0">
                    <a:solidFill>
                      <a:prstClr val="black"/>
                    </a:solidFill>
                    <a:latin typeface="Arial" panose="020B0604020202020204" pitchFamily="34" charset="0"/>
                    <a:cs typeface="Arial" panose="020B0604020202020204" pitchFamily="34" charset="0"/>
                  </a:rPr>
                  <a:t>To investigate the effect of plate area and plate separation on the capacitance of a parallel-plate capacitor, I designed an experiment using adjustable metal plates, a regulated DC voltage source, and a digital capacitance meter. The plates were mounted on a frame that allowed precise control of both their surface area and the distance between them. A micrometer screw gauge was used to measure and adjust the separation with millimeter accuracy, while interchangeable plates of varying sizes were employed to modify the area. The voltage source was set to a constant value throughout the experiment to ensure that changes in capacitance were solely due to geometric variations.</a:t>
                </a:r>
              </a:p>
              <a:p>
                <a:pPr defTabSz="780653"/>
                <a:r>
                  <a:rPr lang="en-US" sz="572" dirty="0">
                    <a:solidFill>
                      <a:prstClr val="black"/>
                    </a:solidFill>
                    <a:latin typeface="Arial" panose="020B0604020202020204" pitchFamily="34" charset="0"/>
                    <a:cs typeface="Arial" panose="020B0604020202020204" pitchFamily="34" charset="0"/>
                  </a:rPr>
                  <a:t>The experiment was conducted in two parts. In the first part, the plate separation was fixed at 6mm, and the plate area was systemically increased in increments from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100 </m:t>
                    </m:r>
                    <m:r>
                      <a:rPr lang="en-US" sz="572" b="0" i="1" smtClean="0">
                        <a:solidFill>
                          <a:prstClr val="black"/>
                        </a:solidFill>
                        <a:latin typeface="Cambria Math" panose="02040503050406030204" pitchFamily="18" charset="0"/>
                        <a:cs typeface="Arial" panose="020B0604020202020204" pitchFamily="34" charset="0"/>
                      </a:rPr>
                      <m:t>𝑚</m:t>
                    </m:r>
                    <m:sSup>
                      <m:sSupPr>
                        <m:ctrlPr>
                          <a:rPr lang="en-US" sz="572" b="0" i="1" smtClean="0">
                            <a:solidFill>
                              <a:prstClr val="black"/>
                            </a:solidFill>
                            <a:latin typeface="Cambria Math" panose="02040503050406030204" pitchFamily="18" charset="0"/>
                            <a:cs typeface="Arial" panose="020B0604020202020204" pitchFamily="34" charset="0"/>
                          </a:rPr>
                        </m:ctrlPr>
                      </m:sSupPr>
                      <m:e>
                        <m:r>
                          <a:rPr lang="en-US" sz="572" b="0" i="1" smtClean="0">
                            <a:solidFill>
                              <a:prstClr val="black"/>
                            </a:solidFill>
                            <a:latin typeface="Cambria Math" panose="02040503050406030204" pitchFamily="18" charset="0"/>
                            <a:cs typeface="Arial" panose="020B0604020202020204" pitchFamily="34" charset="0"/>
                          </a:rPr>
                          <m:t>𝑚</m:t>
                        </m:r>
                      </m:e>
                      <m:sup>
                        <m:r>
                          <a:rPr lang="en-US" sz="572" b="0" i="1" smtClean="0">
                            <a:solidFill>
                              <a:prstClr val="black"/>
                            </a:solidFill>
                            <a:latin typeface="Cambria Math" panose="02040503050406030204" pitchFamily="18" charset="0"/>
                            <a:cs typeface="Arial" panose="020B0604020202020204" pitchFamily="34" charset="0"/>
                          </a:rPr>
                          <m:t>2</m:t>
                        </m:r>
                      </m:sup>
                    </m:sSup>
                  </m:oMath>
                </a14:m>
                <a:r>
                  <a:rPr lang="en-US" sz="572" dirty="0">
                    <a:solidFill>
                      <a:prstClr val="black"/>
                    </a:solidFill>
                    <a:latin typeface="Arial" panose="020B0604020202020204" pitchFamily="34" charset="0"/>
                    <a:cs typeface="Arial" panose="020B0604020202020204" pitchFamily="34" charset="0"/>
                  </a:rPr>
                  <a:t> to </a:t>
                </a:r>
                <a14:m>
                  <m:oMath xmlns:m="http://schemas.openxmlformats.org/officeDocument/2006/math">
                    <m:r>
                      <a:rPr lang="en-US" sz="572" i="1" dirty="0" smtClean="0">
                        <a:solidFill>
                          <a:prstClr val="black"/>
                        </a:solidFill>
                        <a:latin typeface="Cambria Math" panose="02040503050406030204" pitchFamily="18" charset="0"/>
                        <a:cs typeface="Arial" panose="020B0604020202020204" pitchFamily="34" charset="0"/>
                      </a:rPr>
                      <m:t>1</m:t>
                    </m:r>
                    <m:r>
                      <a:rPr lang="en-US" sz="572" b="0" i="1" dirty="0" smtClean="0">
                        <a:solidFill>
                          <a:prstClr val="black"/>
                        </a:solidFill>
                        <a:latin typeface="Cambria Math" panose="02040503050406030204" pitchFamily="18" charset="0"/>
                        <a:cs typeface="Arial" panose="020B0604020202020204" pitchFamily="34" charset="0"/>
                      </a:rPr>
                      <m:t>50</m:t>
                    </m:r>
                    <m:r>
                      <a:rPr lang="en-US" sz="572" i="1">
                        <a:solidFill>
                          <a:prstClr val="black"/>
                        </a:solidFill>
                        <a:latin typeface="Cambria Math" panose="02040503050406030204" pitchFamily="18" charset="0"/>
                        <a:cs typeface="Arial" panose="020B0604020202020204" pitchFamily="34" charset="0"/>
                      </a:rPr>
                      <m:t> </m:t>
                    </m:r>
                    <m:r>
                      <a:rPr lang="en-US" sz="572" i="1">
                        <a:solidFill>
                          <a:prstClr val="black"/>
                        </a:solidFill>
                        <a:latin typeface="Cambria Math" panose="02040503050406030204" pitchFamily="18" charset="0"/>
                        <a:cs typeface="Arial" panose="020B0604020202020204" pitchFamily="34" charset="0"/>
                      </a:rPr>
                      <m:t>𝑚</m:t>
                    </m:r>
                    <m:sSup>
                      <m:sSupPr>
                        <m:ctrlPr>
                          <a:rPr lang="en-US" sz="572" i="1">
                            <a:solidFill>
                              <a:prstClr val="black"/>
                            </a:solidFill>
                            <a:latin typeface="Cambria Math" panose="02040503050406030204" pitchFamily="18" charset="0"/>
                            <a:cs typeface="Arial" panose="020B0604020202020204" pitchFamily="34" charset="0"/>
                          </a:rPr>
                        </m:ctrlPr>
                      </m:sSupPr>
                      <m:e>
                        <m:r>
                          <a:rPr lang="en-US" sz="572" i="1">
                            <a:solidFill>
                              <a:prstClr val="black"/>
                            </a:solidFill>
                            <a:latin typeface="Cambria Math" panose="02040503050406030204" pitchFamily="18" charset="0"/>
                            <a:cs typeface="Arial" panose="020B0604020202020204" pitchFamily="34" charset="0"/>
                          </a:rPr>
                          <m:t>𝑚</m:t>
                        </m:r>
                      </m:e>
                      <m:sup>
                        <m:r>
                          <a:rPr lang="en-US" sz="572" i="1">
                            <a:solidFill>
                              <a:prstClr val="black"/>
                            </a:solidFill>
                            <a:latin typeface="Cambria Math" panose="02040503050406030204" pitchFamily="18" charset="0"/>
                            <a:cs typeface="Arial" panose="020B0604020202020204" pitchFamily="34" charset="0"/>
                          </a:rPr>
                          <m:t>2</m:t>
                        </m:r>
                      </m:sup>
                    </m:sSup>
                  </m:oMath>
                </a14:m>
                <a:r>
                  <a:rPr lang="en-US" sz="572" dirty="0">
                    <a:solidFill>
                      <a:prstClr val="black"/>
                    </a:solidFill>
                    <a:latin typeface="Arial" panose="020B0604020202020204" pitchFamily="34" charset="0"/>
                    <a:cs typeface="Arial" panose="020B0604020202020204" pitchFamily="34" charset="0"/>
                  </a:rPr>
                  <a:t>. For each configuration, the capacitance was measured using the digital meter, and the corresponding energy stored in the capacitor was calculated using the formula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𝐸</m:t>
                    </m:r>
                    <m:r>
                      <a:rPr lang="en-US" sz="572" b="0" i="1" smtClean="0">
                        <a:solidFill>
                          <a:prstClr val="black"/>
                        </a:solidFill>
                        <a:latin typeface="Cambria Math" panose="02040503050406030204" pitchFamily="18" charset="0"/>
                        <a:cs typeface="Arial" panose="020B0604020202020204" pitchFamily="34" charset="0"/>
                      </a:rPr>
                      <m:t>=</m:t>
                    </m:r>
                    <m:f>
                      <m:fPr>
                        <m:ctrlPr>
                          <a:rPr lang="en-US" sz="572" b="0" i="1" smtClean="0">
                            <a:solidFill>
                              <a:prstClr val="black"/>
                            </a:solidFill>
                            <a:latin typeface="Cambria Math" panose="02040503050406030204" pitchFamily="18" charset="0"/>
                            <a:cs typeface="Arial" panose="020B0604020202020204" pitchFamily="34" charset="0"/>
                          </a:rPr>
                        </m:ctrlPr>
                      </m:fPr>
                      <m:num>
                        <m:r>
                          <a:rPr lang="en-US" sz="572" b="0" i="1" smtClean="0">
                            <a:solidFill>
                              <a:prstClr val="black"/>
                            </a:solidFill>
                            <a:latin typeface="Cambria Math" panose="02040503050406030204" pitchFamily="18" charset="0"/>
                            <a:cs typeface="Arial" panose="020B0604020202020204" pitchFamily="34" charset="0"/>
                          </a:rPr>
                          <m:t>1</m:t>
                        </m:r>
                      </m:num>
                      <m:den>
                        <m:r>
                          <a:rPr lang="en-US" sz="572" b="0" i="1" smtClean="0">
                            <a:solidFill>
                              <a:prstClr val="black"/>
                            </a:solidFill>
                            <a:latin typeface="Cambria Math" panose="02040503050406030204" pitchFamily="18" charset="0"/>
                            <a:cs typeface="Arial" panose="020B0604020202020204" pitchFamily="34" charset="0"/>
                          </a:rPr>
                          <m:t>2</m:t>
                        </m:r>
                      </m:den>
                    </m:f>
                    <m:r>
                      <a:rPr lang="en-US" sz="572" b="0" i="1" smtClean="0">
                        <a:solidFill>
                          <a:prstClr val="black"/>
                        </a:solidFill>
                        <a:latin typeface="Cambria Math" panose="02040503050406030204" pitchFamily="18" charset="0"/>
                        <a:cs typeface="Arial" panose="020B0604020202020204" pitchFamily="34" charset="0"/>
                      </a:rPr>
                      <m:t>𝐶</m:t>
                    </m:r>
                    <m:sSup>
                      <m:sSupPr>
                        <m:ctrlPr>
                          <a:rPr lang="en-US" sz="572" b="0" i="1" smtClean="0">
                            <a:solidFill>
                              <a:prstClr val="black"/>
                            </a:solidFill>
                            <a:latin typeface="Cambria Math" panose="02040503050406030204" pitchFamily="18" charset="0"/>
                            <a:cs typeface="Arial" panose="020B0604020202020204" pitchFamily="34" charset="0"/>
                          </a:rPr>
                        </m:ctrlPr>
                      </m:sSupPr>
                      <m:e>
                        <m:r>
                          <a:rPr lang="en-US" sz="572" b="0" i="1" smtClean="0">
                            <a:solidFill>
                              <a:prstClr val="black"/>
                            </a:solidFill>
                            <a:latin typeface="Cambria Math" panose="02040503050406030204" pitchFamily="18" charset="0"/>
                            <a:cs typeface="Arial" panose="020B0604020202020204" pitchFamily="34" charset="0"/>
                          </a:rPr>
                          <m:t>𝑉</m:t>
                        </m:r>
                      </m:e>
                      <m:sup>
                        <m:r>
                          <a:rPr lang="en-US" sz="572" b="0" i="1" smtClean="0">
                            <a:solidFill>
                              <a:prstClr val="black"/>
                            </a:solidFill>
                            <a:latin typeface="Cambria Math" panose="02040503050406030204" pitchFamily="18" charset="0"/>
                            <a:cs typeface="Arial" panose="020B0604020202020204" pitchFamily="34" charset="0"/>
                          </a:rPr>
                          <m:t>2</m:t>
                        </m:r>
                      </m:sup>
                    </m:sSup>
                  </m:oMath>
                </a14:m>
                <a:r>
                  <a:rPr lang="en-US" sz="572" dirty="0">
                    <a:solidFill>
                      <a:prstClr val="black"/>
                    </a:solidFill>
                    <a:latin typeface="Arial" panose="020B0604020202020204" pitchFamily="34" charset="0"/>
                    <a:cs typeface="Arial" panose="020B0604020202020204" pitchFamily="34" charset="0"/>
                  </a:rPr>
                  <a:t>. In the second phase, the plate are was held constant to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100 </m:t>
                    </m:r>
                    <m:r>
                      <a:rPr lang="en-US" sz="572" b="0" i="1" smtClean="0">
                        <a:solidFill>
                          <a:prstClr val="black"/>
                        </a:solidFill>
                        <a:latin typeface="Cambria Math" panose="02040503050406030204" pitchFamily="18" charset="0"/>
                        <a:cs typeface="Arial" panose="020B0604020202020204" pitchFamily="34" charset="0"/>
                      </a:rPr>
                      <m:t>𝑚</m:t>
                    </m:r>
                    <m:sSup>
                      <m:sSupPr>
                        <m:ctrlPr>
                          <a:rPr lang="en-US" sz="572" b="0" i="1" smtClean="0">
                            <a:solidFill>
                              <a:prstClr val="black"/>
                            </a:solidFill>
                            <a:latin typeface="Cambria Math" panose="02040503050406030204" pitchFamily="18" charset="0"/>
                            <a:cs typeface="Arial" panose="020B0604020202020204" pitchFamily="34" charset="0"/>
                          </a:rPr>
                        </m:ctrlPr>
                      </m:sSupPr>
                      <m:e>
                        <m:r>
                          <a:rPr lang="en-US" sz="572" b="0" i="1" smtClean="0">
                            <a:solidFill>
                              <a:prstClr val="black"/>
                            </a:solidFill>
                            <a:latin typeface="Cambria Math" panose="02040503050406030204" pitchFamily="18" charset="0"/>
                            <a:cs typeface="Arial" panose="020B0604020202020204" pitchFamily="34" charset="0"/>
                          </a:rPr>
                          <m:t>𝑚</m:t>
                        </m:r>
                      </m:e>
                      <m:sup>
                        <m:r>
                          <a:rPr lang="en-US" sz="572" b="0" i="1" smtClean="0">
                            <a:solidFill>
                              <a:prstClr val="black"/>
                            </a:solidFill>
                            <a:latin typeface="Cambria Math" panose="02040503050406030204" pitchFamily="18" charset="0"/>
                            <a:cs typeface="Arial" panose="020B0604020202020204" pitchFamily="34" charset="0"/>
                          </a:rPr>
                          <m:t>2</m:t>
                        </m:r>
                      </m:sup>
                    </m:sSup>
                  </m:oMath>
                </a14:m>
                <a:r>
                  <a:rPr lang="en-US" sz="572" dirty="0">
                    <a:solidFill>
                      <a:prstClr val="black"/>
                    </a:solidFill>
                    <a:latin typeface="Arial" panose="020B0604020202020204" pitchFamily="34" charset="0"/>
                    <a:cs typeface="Arial" panose="020B0604020202020204" pitchFamily="34" charset="0"/>
                  </a:rPr>
                  <a:t>, while the separation was varied from 2 mm to 7mm in steps of 1 mm. In addition, capacitance readings were recorded for each setting, and energy values were computed; all measurements were repeated to confirm consistency, and the data was organized into two sets: one for capacitance versus plate area and another for capacitance versus plate separation. These datasets were late analyzed to identify trends and compare experimental results with theoretical predictions based on the equation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𝐶</m:t>
                    </m:r>
                    <m:r>
                      <a:rPr lang="en-US" sz="572" b="0" i="1" smtClean="0">
                        <a:solidFill>
                          <a:prstClr val="black"/>
                        </a:solidFill>
                        <a:latin typeface="Cambria Math" panose="02040503050406030204" pitchFamily="18" charset="0"/>
                        <a:cs typeface="Arial" panose="020B0604020202020204" pitchFamily="34" charset="0"/>
                      </a:rPr>
                      <m:t>=</m:t>
                    </m:r>
                    <m:sSub>
                      <m:sSubPr>
                        <m:ctrlPr>
                          <a:rPr lang="en-US" sz="572" b="0" i="1" smtClean="0">
                            <a:solidFill>
                              <a:prstClr val="black"/>
                            </a:solidFill>
                            <a:latin typeface="Cambria Math" panose="02040503050406030204" pitchFamily="18" charset="0"/>
                            <a:cs typeface="Arial" panose="020B0604020202020204" pitchFamily="34" charset="0"/>
                          </a:rPr>
                        </m:ctrlPr>
                      </m:sSubPr>
                      <m:e>
                        <m:r>
                          <a:rPr lang="en-US" sz="572" b="0" i="1" smtClean="0">
                            <a:solidFill>
                              <a:prstClr val="black"/>
                            </a:solidFill>
                            <a:latin typeface="Cambria Math" panose="02040503050406030204" pitchFamily="18" charset="0"/>
                            <a:cs typeface="Arial" panose="020B0604020202020204" pitchFamily="34" charset="0"/>
                          </a:rPr>
                          <m:t>𝜖</m:t>
                        </m:r>
                      </m:e>
                      <m:sub>
                        <m:r>
                          <a:rPr lang="en-US" sz="572" b="0" i="1" smtClean="0">
                            <a:solidFill>
                              <a:prstClr val="black"/>
                            </a:solidFill>
                            <a:latin typeface="Cambria Math" panose="02040503050406030204" pitchFamily="18" charset="0"/>
                            <a:cs typeface="Arial" panose="020B0604020202020204" pitchFamily="34" charset="0"/>
                          </a:rPr>
                          <m:t>0</m:t>
                        </m:r>
                      </m:sub>
                    </m:sSub>
                    <m:f>
                      <m:fPr>
                        <m:ctrlPr>
                          <a:rPr lang="en-US" sz="572" b="0" i="1" smtClean="0">
                            <a:solidFill>
                              <a:prstClr val="black"/>
                            </a:solidFill>
                            <a:latin typeface="Cambria Math" panose="02040503050406030204" pitchFamily="18" charset="0"/>
                            <a:cs typeface="Arial" panose="020B0604020202020204" pitchFamily="34" charset="0"/>
                          </a:rPr>
                        </m:ctrlPr>
                      </m:fPr>
                      <m:num>
                        <m:r>
                          <a:rPr lang="en-US" sz="572" b="0" i="1" smtClean="0">
                            <a:solidFill>
                              <a:prstClr val="black"/>
                            </a:solidFill>
                            <a:latin typeface="Cambria Math" panose="02040503050406030204" pitchFamily="18" charset="0"/>
                            <a:cs typeface="Arial" panose="020B0604020202020204" pitchFamily="34" charset="0"/>
                          </a:rPr>
                          <m:t>𝐴</m:t>
                        </m:r>
                      </m:num>
                      <m:den>
                        <m:r>
                          <a:rPr lang="en-US" sz="572" b="0" i="1" smtClean="0">
                            <a:solidFill>
                              <a:prstClr val="black"/>
                            </a:solidFill>
                            <a:latin typeface="Cambria Math" panose="02040503050406030204" pitchFamily="18" charset="0"/>
                            <a:cs typeface="Arial" panose="020B0604020202020204" pitchFamily="34" charset="0"/>
                          </a:rPr>
                          <m:t>𝑑</m:t>
                        </m:r>
                      </m:den>
                    </m:f>
                  </m:oMath>
                </a14:m>
                <a:endParaRPr lang="en-US" sz="572" dirty="0">
                  <a:solidFill>
                    <a:prstClr val="black"/>
                  </a:solidFill>
                  <a:latin typeface="Arial" panose="020B0604020202020204" pitchFamily="34" charset="0"/>
                  <a:cs typeface="Arial" panose="020B0604020202020204" pitchFamily="34" charset="0"/>
                </a:endParaRPr>
              </a:p>
            </p:txBody>
          </p:sp>
        </mc:Choice>
        <mc:Fallback xmlns="">
          <p:sp>
            <p:nvSpPr>
              <p:cNvPr id="49" name="TextBox 48">
                <a:extLst>
                  <a:ext uri="{FF2B5EF4-FFF2-40B4-BE49-F238E27FC236}">
                    <a16:creationId xmlns:a16="http://schemas.microsoft.com/office/drawing/2014/main" id="{9D66091E-E47C-CF42-A22A-669CB4253806}"/>
                  </a:ext>
                </a:extLst>
              </p:cNvPr>
              <p:cNvSpPr txBox="1">
                <a:spLocks noRot="1" noChangeAspect="1" noMove="1" noResize="1" noEditPoints="1" noAdjustHandles="1" noChangeArrowheads="1" noChangeShapeType="1" noTextEdit="1"/>
              </p:cNvSpPr>
              <p:nvPr/>
            </p:nvSpPr>
            <p:spPr>
              <a:xfrm>
                <a:off x="1771310" y="4332107"/>
                <a:ext cx="2594684" cy="2278188"/>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79C029F1-D5E2-A842-A19B-DC4969111E24}"/>
                  </a:ext>
                </a:extLst>
              </p:cNvPr>
              <p:cNvSpPr txBox="1"/>
              <p:nvPr/>
            </p:nvSpPr>
            <p:spPr>
              <a:xfrm>
                <a:off x="7845698" y="2600046"/>
                <a:ext cx="2597105" cy="1361911"/>
              </a:xfrm>
              <a:prstGeom prst="rect">
                <a:avLst/>
              </a:prstGeom>
              <a:noFill/>
            </p:spPr>
            <p:txBody>
              <a:bodyPr wrap="square" rtlCol="0">
                <a:spAutoFit/>
              </a:bodyPr>
              <a:lstStyle/>
              <a:p>
                <a:pPr defTabSz="780653"/>
                <a:r>
                  <a:rPr lang="en-US" sz="572" dirty="0">
                    <a:solidFill>
                      <a:prstClr val="black"/>
                    </a:solidFill>
                    <a:latin typeface="Arial" panose="020B0604020202020204" pitchFamily="34" charset="0"/>
                    <a:cs typeface="Arial" panose="020B0604020202020204" pitchFamily="34" charset="0"/>
                  </a:rPr>
                  <a:t>I concluded that the experimental results confirm the theoretical relationships governing capacitance in parallel plate capacitors. As plate separation increased from 2 mm to 7 mm, capacitance decreased significantly; demonstrating that the expected inverse dependence on distance. Conversely, increasing plate area from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100 </m:t>
                    </m:r>
                    <m:r>
                      <a:rPr lang="en-US" sz="572" b="0" i="1" smtClean="0">
                        <a:solidFill>
                          <a:prstClr val="black"/>
                        </a:solidFill>
                        <a:latin typeface="Cambria Math" panose="02040503050406030204" pitchFamily="18" charset="0"/>
                        <a:cs typeface="Arial" panose="020B0604020202020204" pitchFamily="34" charset="0"/>
                      </a:rPr>
                      <m:t>𝑚</m:t>
                    </m:r>
                    <m:sSup>
                      <m:sSupPr>
                        <m:ctrlPr>
                          <a:rPr lang="en-US" sz="572" b="0" i="1" smtClean="0">
                            <a:solidFill>
                              <a:prstClr val="black"/>
                            </a:solidFill>
                            <a:latin typeface="Cambria Math" panose="02040503050406030204" pitchFamily="18" charset="0"/>
                            <a:cs typeface="Arial" panose="020B0604020202020204" pitchFamily="34" charset="0"/>
                          </a:rPr>
                        </m:ctrlPr>
                      </m:sSupPr>
                      <m:e>
                        <m:r>
                          <a:rPr lang="en-US" sz="572" b="0" i="1" smtClean="0">
                            <a:solidFill>
                              <a:prstClr val="black"/>
                            </a:solidFill>
                            <a:latin typeface="Cambria Math" panose="02040503050406030204" pitchFamily="18" charset="0"/>
                            <a:cs typeface="Arial" panose="020B0604020202020204" pitchFamily="34" charset="0"/>
                          </a:rPr>
                          <m:t>𝑚</m:t>
                        </m:r>
                      </m:e>
                      <m:sup>
                        <m:r>
                          <a:rPr lang="en-US" sz="572" b="0" i="1" smtClean="0">
                            <a:solidFill>
                              <a:prstClr val="black"/>
                            </a:solidFill>
                            <a:latin typeface="Cambria Math" panose="02040503050406030204" pitchFamily="18" charset="0"/>
                            <a:cs typeface="Arial" panose="020B0604020202020204" pitchFamily="34" charset="0"/>
                          </a:rPr>
                          <m:t>2</m:t>
                        </m:r>
                      </m:sup>
                    </m:sSup>
                  </m:oMath>
                </a14:m>
                <a:r>
                  <a:rPr lang="en-US" sz="572" dirty="0">
                    <a:solidFill>
                      <a:prstClr val="black"/>
                    </a:solidFill>
                    <a:latin typeface="Arial" panose="020B0604020202020204" pitchFamily="34" charset="0"/>
                    <a:cs typeface="Arial" panose="020B0604020202020204" pitchFamily="34" charset="0"/>
                  </a:rPr>
                  <a:t> to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150 </m:t>
                    </m:r>
                    <m:r>
                      <a:rPr lang="en-US" sz="572" b="0" i="1" smtClean="0">
                        <a:solidFill>
                          <a:prstClr val="black"/>
                        </a:solidFill>
                        <a:latin typeface="Cambria Math" panose="02040503050406030204" pitchFamily="18" charset="0"/>
                        <a:cs typeface="Arial" panose="020B0604020202020204" pitchFamily="34" charset="0"/>
                      </a:rPr>
                      <m:t>𝑚</m:t>
                    </m:r>
                    <m:sSup>
                      <m:sSupPr>
                        <m:ctrlPr>
                          <a:rPr lang="en-US" sz="572" b="0" i="1" smtClean="0">
                            <a:solidFill>
                              <a:prstClr val="black"/>
                            </a:solidFill>
                            <a:latin typeface="Cambria Math" panose="02040503050406030204" pitchFamily="18" charset="0"/>
                            <a:cs typeface="Arial" panose="020B0604020202020204" pitchFamily="34" charset="0"/>
                          </a:rPr>
                        </m:ctrlPr>
                      </m:sSupPr>
                      <m:e>
                        <m:r>
                          <a:rPr lang="en-US" sz="572" b="0" i="1" smtClean="0">
                            <a:solidFill>
                              <a:prstClr val="black"/>
                            </a:solidFill>
                            <a:latin typeface="Cambria Math" panose="02040503050406030204" pitchFamily="18" charset="0"/>
                            <a:cs typeface="Arial" panose="020B0604020202020204" pitchFamily="34" charset="0"/>
                          </a:rPr>
                          <m:t>𝑚</m:t>
                        </m:r>
                      </m:e>
                      <m:sup>
                        <m:r>
                          <a:rPr lang="en-US" sz="572" b="0" i="1" smtClean="0">
                            <a:solidFill>
                              <a:prstClr val="black"/>
                            </a:solidFill>
                            <a:latin typeface="Cambria Math" panose="02040503050406030204" pitchFamily="18" charset="0"/>
                            <a:cs typeface="Arial" panose="020B0604020202020204" pitchFamily="34" charset="0"/>
                          </a:rPr>
                          <m:t>2</m:t>
                        </m:r>
                      </m:sup>
                    </m:sSup>
                  </m:oMath>
                </a14:m>
                <a:r>
                  <a:rPr lang="en-US" sz="572" dirty="0">
                    <a:solidFill>
                      <a:prstClr val="black"/>
                    </a:solidFill>
                    <a:latin typeface="Arial" panose="020B0604020202020204" pitchFamily="34" charset="0"/>
                    <a:cs typeface="Arial" panose="020B0604020202020204" pitchFamily="34" charset="0"/>
                  </a:rPr>
                  <a:t> produced a clear rise in capacitance, consistent with the direct proportionality predicted by the capacitance formula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𝐶</m:t>
                    </m:r>
                    <m:r>
                      <a:rPr lang="en-US" sz="572" b="0" i="1" smtClean="0">
                        <a:solidFill>
                          <a:prstClr val="black"/>
                        </a:solidFill>
                        <a:latin typeface="Cambria Math" panose="02040503050406030204" pitchFamily="18" charset="0"/>
                        <a:cs typeface="Arial" panose="020B0604020202020204" pitchFamily="34" charset="0"/>
                      </a:rPr>
                      <m:t>=</m:t>
                    </m:r>
                    <m:sSub>
                      <m:sSubPr>
                        <m:ctrlPr>
                          <a:rPr lang="en-US" sz="572" b="0" i="1" smtClean="0">
                            <a:solidFill>
                              <a:prstClr val="black"/>
                            </a:solidFill>
                            <a:latin typeface="Cambria Math" panose="02040503050406030204" pitchFamily="18" charset="0"/>
                            <a:cs typeface="Arial" panose="020B0604020202020204" pitchFamily="34" charset="0"/>
                          </a:rPr>
                        </m:ctrlPr>
                      </m:sSubPr>
                      <m:e>
                        <m:r>
                          <a:rPr lang="en-US" sz="572" b="0" i="1" smtClean="0">
                            <a:solidFill>
                              <a:prstClr val="black"/>
                            </a:solidFill>
                            <a:latin typeface="Cambria Math" panose="02040503050406030204" pitchFamily="18" charset="0"/>
                            <a:cs typeface="Arial" panose="020B0604020202020204" pitchFamily="34" charset="0"/>
                          </a:rPr>
                          <m:t>𝜖</m:t>
                        </m:r>
                      </m:e>
                      <m:sub>
                        <m:r>
                          <a:rPr lang="en-US" sz="572" b="0" i="1" smtClean="0">
                            <a:solidFill>
                              <a:prstClr val="black"/>
                            </a:solidFill>
                            <a:latin typeface="Cambria Math" panose="02040503050406030204" pitchFamily="18" charset="0"/>
                            <a:cs typeface="Arial" panose="020B0604020202020204" pitchFamily="34" charset="0"/>
                          </a:rPr>
                          <m:t>0</m:t>
                        </m:r>
                      </m:sub>
                    </m:sSub>
                    <m:f>
                      <m:fPr>
                        <m:ctrlPr>
                          <a:rPr lang="en-US" sz="572" b="0" i="1" smtClean="0">
                            <a:solidFill>
                              <a:prstClr val="black"/>
                            </a:solidFill>
                            <a:latin typeface="Cambria Math" panose="02040503050406030204" pitchFamily="18" charset="0"/>
                            <a:cs typeface="Arial" panose="020B0604020202020204" pitchFamily="34" charset="0"/>
                          </a:rPr>
                        </m:ctrlPr>
                      </m:fPr>
                      <m:num>
                        <m:r>
                          <a:rPr lang="en-US" sz="572" b="0" i="1" smtClean="0">
                            <a:solidFill>
                              <a:prstClr val="black"/>
                            </a:solidFill>
                            <a:latin typeface="Cambria Math" panose="02040503050406030204" pitchFamily="18" charset="0"/>
                            <a:cs typeface="Arial" panose="020B0604020202020204" pitchFamily="34" charset="0"/>
                          </a:rPr>
                          <m:t>𝐴</m:t>
                        </m:r>
                      </m:num>
                      <m:den>
                        <m:r>
                          <a:rPr lang="en-US" sz="572" b="0" i="1" smtClean="0">
                            <a:solidFill>
                              <a:prstClr val="black"/>
                            </a:solidFill>
                            <a:latin typeface="Cambria Math" panose="02040503050406030204" pitchFamily="18" charset="0"/>
                            <a:cs typeface="Arial" panose="020B0604020202020204" pitchFamily="34" charset="0"/>
                          </a:rPr>
                          <m:t>𝑑</m:t>
                        </m:r>
                      </m:den>
                    </m:f>
                  </m:oMath>
                </a14:m>
                <a:r>
                  <a:rPr lang="en-US" sz="572" dirty="0">
                    <a:solidFill>
                      <a:prstClr val="black"/>
                    </a:solidFill>
                    <a:latin typeface="Arial" panose="020B0604020202020204" pitchFamily="34" charset="0"/>
                    <a:cs typeface="Arial" panose="020B0604020202020204" pitchFamily="34" charset="0"/>
                  </a:rPr>
                  <a:t>. Statistical analysis showed that both trends were highly significant, reinforcing the validity of the theoretical model. These findings highlight how geometric factors strongly influence energy storage in capacitors, with plate separation exerting a greater effect than plate area within the tested ranges. Overall, the experiment successfully verified the fundamental principles of electrostatics and demonstrated the practical importance of capacitor design parameters.</a:t>
                </a:r>
              </a:p>
            </p:txBody>
          </p:sp>
        </mc:Choice>
        <mc:Fallback>
          <p:sp>
            <p:nvSpPr>
              <p:cNvPr id="50" name="TextBox 49">
                <a:extLst>
                  <a:ext uri="{FF2B5EF4-FFF2-40B4-BE49-F238E27FC236}">
                    <a16:creationId xmlns:a16="http://schemas.microsoft.com/office/drawing/2014/main" id="{79C029F1-D5E2-A842-A19B-DC4969111E24}"/>
                  </a:ext>
                </a:extLst>
              </p:cNvPr>
              <p:cNvSpPr txBox="1">
                <a:spLocks noRot="1" noChangeAspect="1" noMove="1" noResize="1" noEditPoints="1" noAdjustHandles="1" noChangeArrowheads="1" noChangeShapeType="1" noTextEdit="1"/>
              </p:cNvSpPr>
              <p:nvPr/>
            </p:nvSpPr>
            <p:spPr>
              <a:xfrm>
                <a:off x="7845698" y="2600046"/>
                <a:ext cx="2597105" cy="136191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E1CD2C2A-F064-084C-B9FF-1CE5B53E4E32}"/>
                  </a:ext>
                </a:extLst>
              </p:cNvPr>
              <p:cNvSpPr txBox="1"/>
              <p:nvPr/>
            </p:nvSpPr>
            <p:spPr>
              <a:xfrm>
                <a:off x="4805278" y="5514244"/>
                <a:ext cx="2581433" cy="1060740"/>
              </a:xfrm>
              <a:prstGeom prst="rect">
                <a:avLst/>
              </a:prstGeom>
              <a:noFill/>
            </p:spPr>
            <p:txBody>
              <a:bodyPr wrap="square" rtlCol="0">
                <a:spAutoFit/>
              </a:bodyPr>
              <a:lstStyle/>
              <a:p>
                <a:pPr defTabSz="780653"/>
                <a:r>
                  <a:rPr lang="en-US" sz="572" dirty="0">
                    <a:solidFill>
                      <a:prstClr val="black"/>
                    </a:solidFill>
                    <a:latin typeface="Arial" panose="020B0604020202020204" pitchFamily="34" charset="0"/>
                    <a:cs typeface="Arial" panose="020B0604020202020204" pitchFamily="34" charset="0"/>
                  </a:rPr>
                  <a:t>The experimental results demonstrate the relationship between capacitance and two key variables: plate separation and plate area. Shown in Figure 1, capacitance decreases as plate separation increases; following an inverse trend consistent with the theoretical prediction. Specifically, capacitance drops from approximately 0.44 pF at a 2 mm separation to about 0.13 pF at 7mm; indicating that greater distance between plates significantly reduces the ability to store charge.</a:t>
                </a:r>
              </a:p>
              <a:p>
                <a:pPr defTabSz="780653"/>
                <a:r>
                  <a:rPr lang="en-US" sz="572" dirty="0">
                    <a:solidFill>
                      <a:prstClr val="black"/>
                    </a:solidFill>
                    <a:latin typeface="Arial" panose="020B0604020202020204" pitchFamily="34" charset="0"/>
                    <a:cs typeface="Arial" panose="020B0604020202020204" pitchFamily="34" charset="0"/>
                  </a:rPr>
                  <a:t>Conversely, Figure 2 illustrates that capacitance increases with plate area, rising from roughly 0.15 pF at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100 </m:t>
                    </m:r>
                    <m:r>
                      <a:rPr lang="en-US" sz="572" b="0" i="1" smtClean="0">
                        <a:solidFill>
                          <a:prstClr val="black"/>
                        </a:solidFill>
                        <a:latin typeface="Cambria Math" panose="02040503050406030204" pitchFamily="18" charset="0"/>
                        <a:cs typeface="Arial" panose="020B0604020202020204" pitchFamily="34" charset="0"/>
                      </a:rPr>
                      <m:t>𝑚</m:t>
                    </m:r>
                    <m:sSup>
                      <m:sSupPr>
                        <m:ctrlPr>
                          <a:rPr lang="en-US" sz="572" b="0" i="1" smtClean="0">
                            <a:solidFill>
                              <a:prstClr val="black"/>
                            </a:solidFill>
                            <a:latin typeface="Cambria Math" panose="02040503050406030204" pitchFamily="18" charset="0"/>
                            <a:cs typeface="Arial" panose="020B0604020202020204" pitchFamily="34" charset="0"/>
                          </a:rPr>
                        </m:ctrlPr>
                      </m:sSupPr>
                      <m:e>
                        <m:r>
                          <a:rPr lang="en-US" sz="572" b="0" i="1" smtClean="0">
                            <a:solidFill>
                              <a:prstClr val="black"/>
                            </a:solidFill>
                            <a:latin typeface="Cambria Math" panose="02040503050406030204" pitchFamily="18" charset="0"/>
                            <a:cs typeface="Arial" panose="020B0604020202020204" pitchFamily="34" charset="0"/>
                          </a:rPr>
                          <m:t>𝑚</m:t>
                        </m:r>
                      </m:e>
                      <m:sup>
                        <m:r>
                          <a:rPr lang="en-US" sz="572" b="0" i="1" smtClean="0">
                            <a:solidFill>
                              <a:prstClr val="black"/>
                            </a:solidFill>
                            <a:latin typeface="Cambria Math" panose="02040503050406030204" pitchFamily="18" charset="0"/>
                            <a:cs typeface="Arial" panose="020B0604020202020204" pitchFamily="34" charset="0"/>
                          </a:rPr>
                          <m:t>2</m:t>
                        </m:r>
                      </m:sup>
                    </m:sSup>
                  </m:oMath>
                </a14:m>
                <a:r>
                  <a:rPr lang="en-US" sz="572" dirty="0">
                    <a:solidFill>
                      <a:prstClr val="black"/>
                    </a:solidFill>
                    <a:latin typeface="Arial" panose="020B0604020202020204" pitchFamily="34" charset="0"/>
                    <a:cs typeface="Arial" panose="020B0604020202020204" pitchFamily="34" charset="0"/>
                  </a:rPr>
                  <a:t> to 0.22 pF at </a:t>
                </a:r>
                <a14:m>
                  <m:oMath xmlns:m="http://schemas.openxmlformats.org/officeDocument/2006/math">
                    <m:r>
                      <a:rPr lang="en-US" sz="572" b="0" i="1" smtClean="0">
                        <a:solidFill>
                          <a:prstClr val="black"/>
                        </a:solidFill>
                        <a:latin typeface="Cambria Math" panose="02040503050406030204" pitchFamily="18" charset="0"/>
                        <a:cs typeface="Arial" panose="020B0604020202020204" pitchFamily="34" charset="0"/>
                      </a:rPr>
                      <m:t>150 </m:t>
                    </m:r>
                    <m:r>
                      <a:rPr lang="en-US" sz="572" b="0" i="1" smtClean="0">
                        <a:solidFill>
                          <a:prstClr val="black"/>
                        </a:solidFill>
                        <a:latin typeface="Cambria Math" panose="02040503050406030204" pitchFamily="18" charset="0"/>
                        <a:cs typeface="Arial" panose="020B0604020202020204" pitchFamily="34" charset="0"/>
                      </a:rPr>
                      <m:t>𝑚</m:t>
                    </m:r>
                    <m:sSup>
                      <m:sSupPr>
                        <m:ctrlPr>
                          <a:rPr lang="en-US" sz="572" b="0" i="1" smtClean="0">
                            <a:solidFill>
                              <a:prstClr val="black"/>
                            </a:solidFill>
                            <a:latin typeface="Cambria Math" panose="02040503050406030204" pitchFamily="18" charset="0"/>
                            <a:cs typeface="Arial" panose="020B0604020202020204" pitchFamily="34" charset="0"/>
                          </a:rPr>
                        </m:ctrlPr>
                      </m:sSupPr>
                      <m:e>
                        <m:r>
                          <a:rPr lang="en-US" sz="572" b="0" i="1" smtClean="0">
                            <a:solidFill>
                              <a:prstClr val="black"/>
                            </a:solidFill>
                            <a:latin typeface="Cambria Math" panose="02040503050406030204" pitchFamily="18" charset="0"/>
                            <a:cs typeface="Arial" panose="020B0604020202020204" pitchFamily="34" charset="0"/>
                          </a:rPr>
                          <m:t>𝑚</m:t>
                        </m:r>
                      </m:e>
                      <m:sup>
                        <m:r>
                          <a:rPr lang="en-US" sz="572" b="0" i="1" smtClean="0">
                            <a:solidFill>
                              <a:prstClr val="black"/>
                            </a:solidFill>
                            <a:latin typeface="Cambria Math" panose="02040503050406030204" pitchFamily="18" charset="0"/>
                            <a:cs typeface="Arial" panose="020B0604020202020204" pitchFamily="34" charset="0"/>
                          </a:rPr>
                          <m:t>2</m:t>
                        </m:r>
                      </m:sup>
                    </m:sSup>
                  </m:oMath>
                </a14:m>
                <a:r>
                  <a:rPr lang="en-US" sz="572" dirty="0">
                    <a:solidFill>
                      <a:prstClr val="black"/>
                    </a:solidFill>
                    <a:latin typeface="Arial" panose="020B0604020202020204" pitchFamily="34" charset="0"/>
                    <a:cs typeface="Arial" panose="020B0604020202020204" pitchFamily="34" charset="0"/>
                  </a:rPr>
                  <a:t>. This positive correlation aligns with the expectation that larger plate surfaces enhance charge storage capacity.</a:t>
                </a:r>
              </a:p>
            </p:txBody>
          </p:sp>
        </mc:Choice>
        <mc:Fallback>
          <p:sp>
            <p:nvSpPr>
              <p:cNvPr id="51" name="TextBox 50">
                <a:extLst>
                  <a:ext uri="{FF2B5EF4-FFF2-40B4-BE49-F238E27FC236}">
                    <a16:creationId xmlns:a16="http://schemas.microsoft.com/office/drawing/2014/main" id="{E1CD2C2A-F064-084C-B9FF-1CE5B53E4E32}"/>
                  </a:ext>
                </a:extLst>
              </p:cNvPr>
              <p:cNvSpPr txBox="1">
                <a:spLocks noRot="1" noChangeAspect="1" noMove="1" noResize="1" noEditPoints="1" noAdjustHandles="1" noChangeArrowheads="1" noChangeShapeType="1" noTextEdit="1"/>
              </p:cNvSpPr>
              <p:nvPr/>
            </p:nvSpPr>
            <p:spPr>
              <a:xfrm>
                <a:off x="4805278" y="5514244"/>
                <a:ext cx="2581433" cy="1060740"/>
              </a:xfrm>
              <a:prstGeom prst="rect">
                <a:avLst/>
              </a:prstGeom>
              <a:blipFill>
                <a:blip r:embed="rId7"/>
                <a:stretch>
                  <a:fillRect/>
                </a:stretch>
              </a:blipFill>
            </p:spPr>
            <p:txBody>
              <a:bodyPr/>
              <a:lstStyle/>
              <a:p>
                <a:r>
                  <a:rPr lang="es-ES">
                    <a:noFill/>
                  </a:rPr>
                  <a:t> </a:t>
                </a:r>
              </a:p>
            </p:txBody>
          </p:sp>
        </mc:Fallback>
      </mc:AlternateContent>
      <p:sp>
        <p:nvSpPr>
          <p:cNvPr id="37" name="TextBox 36">
            <a:extLst>
              <a:ext uri="{FF2B5EF4-FFF2-40B4-BE49-F238E27FC236}">
                <a16:creationId xmlns:a16="http://schemas.microsoft.com/office/drawing/2014/main" id="{1CB2525F-971E-E941-B2D3-728BCEFFCCFB}"/>
              </a:ext>
            </a:extLst>
          </p:cNvPr>
          <p:cNvSpPr txBox="1"/>
          <p:nvPr/>
        </p:nvSpPr>
        <p:spPr>
          <a:xfrm>
            <a:off x="1645444" y="181429"/>
            <a:ext cx="6036469" cy="672748"/>
          </a:xfrm>
          <a:prstGeom prst="rect">
            <a:avLst/>
          </a:prstGeom>
          <a:noFill/>
        </p:spPr>
        <p:txBody>
          <a:bodyPr wrap="square" rtlCol="0">
            <a:spAutoFit/>
          </a:bodyPr>
          <a:lstStyle/>
          <a:p>
            <a:pPr defTabSz="780653"/>
            <a:r>
              <a:rPr lang="en-US" sz="1886" b="1" dirty="0">
                <a:solidFill>
                  <a:prstClr val="black"/>
                </a:solidFill>
                <a:latin typeface="Arial" panose="020B0604020202020204" pitchFamily="34" charset="0"/>
                <a:cs typeface="Arial" panose="020B0604020202020204" pitchFamily="34" charset="0"/>
              </a:rPr>
              <a:t>How Plate Area and Separation Affect Capacitance and Energy Storage</a:t>
            </a:r>
          </a:p>
        </p:txBody>
      </p:sp>
      <p:sp>
        <p:nvSpPr>
          <p:cNvPr id="40" name="TextBox 39">
            <a:extLst>
              <a:ext uri="{FF2B5EF4-FFF2-40B4-BE49-F238E27FC236}">
                <a16:creationId xmlns:a16="http://schemas.microsoft.com/office/drawing/2014/main" id="{5B415905-C185-1D48-A064-6465FD424184}"/>
              </a:ext>
            </a:extLst>
          </p:cNvPr>
          <p:cNvSpPr txBox="1"/>
          <p:nvPr/>
        </p:nvSpPr>
        <p:spPr>
          <a:xfrm>
            <a:off x="1645444" y="847608"/>
            <a:ext cx="5758361" cy="488019"/>
          </a:xfrm>
          <a:prstGeom prst="rect">
            <a:avLst/>
          </a:prstGeom>
          <a:noFill/>
        </p:spPr>
        <p:txBody>
          <a:bodyPr wrap="square" rtlCol="0">
            <a:spAutoFit/>
          </a:bodyPr>
          <a:lstStyle/>
          <a:p>
            <a:pPr defTabSz="780653"/>
            <a:r>
              <a:rPr lang="en-US" sz="857" dirty="0">
                <a:solidFill>
                  <a:prstClr val="black"/>
                </a:solidFill>
                <a:latin typeface="Arial" panose="020B0604020202020204" pitchFamily="34" charset="0"/>
                <a:cs typeface="Arial" panose="020B0604020202020204" pitchFamily="34" charset="0"/>
              </a:rPr>
              <a:t>Abdon Morales</a:t>
            </a:r>
            <a:r>
              <a:rPr lang="en-US" sz="857" baseline="30000" dirty="0">
                <a:solidFill>
                  <a:prstClr val="black"/>
                </a:solidFill>
                <a:latin typeface="Arial" panose="020B0604020202020204" pitchFamily="34" charset="0"/>
                <a:cs typeface="Arial" panose="020B0604020202020204" pitchFamily="34" charset="0"/>
              </a:rPr>
              <a:t>1,2</a:t>
            </a:r>
            <a:br>
              <a:rPr lang="en-US" sz="857" dirty="0">
                <a:solidFill>
                  <a:prstClr val="black"/>
                </a:solidFill>
                <a:latin typeface="Arial" panose="020B0604020202020204" pitchFamily="34" charset="0"/>
                <a:cs typeface="Arial" panose="020B0604020202020204" pitchFamily="34" charset="0"/>
              </a:rPr>
            </a:br>
            <a:r>
              <a:rPr lang="en-US" sz="857" baseline="30000" dirty="0">
                <a:solidFill>
                  <a:prstClr val="black"/>
                </a:solidFill>
                <a:latin typeface="Arial" panose="020B0604020202020204" pitchFamily="34" charset="0"/>
                <a:cs typeface="Arial" panose="020B0604020202020204" pitchFamily="34" charset="0"/>
              </a:rPr>
              <a:t>1</a:t>
            </a:r>
            <a:r>
              <a:rPr lang="en-US" sz="857" dirty="0">
                <a:solidFill>
                  <a:prstClr val="black"/>
                </a:solidFill>
                <a:latin typeface="Arial" panose="020B0604020202020204" pitchFamily="34" charset="0"/>
                <a:cs typeface="Arial" panose="020B0604020202020204" pitchFamily="34" charset="0"/>
              </a:rPr>
              <a:t>Department of Economics, College of Liberal Arts </a:t>
            </a:r>
            <a:r>
              <a:rPr lang="en-US" sz="857" baseline="30000" dirty="0">
                <a:solidFill>
                  <a:prstClr val="black"/>
                </a:solidFill>
                <a:latin typeface="Arial" panose="020B0604020202020204" pitchFamily="34" charset="0"/>
                <a:cs typeface="Arial" panose="020B0604020202020204" pitchFamily="34" charset="0"/>
              </a:rPr>
              <a:t>2</a:t>
            </a:r>
            <a:r>
              <a:rPr lang="en-US" sz="857" dirty="0">
                <a:solidFill>
                  <a:prstClr val="black"/>
                </a:solidFill>
                <a:latin typeface="Arial" panose="020B0604020202020204" pitchFamily="34" charset="0"/>
                <a:cs typeface="Arial" panose="020B0604020202020204" pitchFamily="34" charset="0"/>
              </a:rPr>
              <a:t>Department of Computer Science, College of Natural Sciences, The University of Texas</a:t>
            </a:r>
          </a:p>
        </p:txBody>
      </p:sp>
      <p:pic>
        <p:nvPicPr>
          <p:cNvPr id="45" name="Picture 44">
            <a:extLst>
              <a:ext uri="{FF2B5EF4-FFF2-40B4-BE49-F238E27FC236}">
                <a16:creationId xmlns:a16="http://schemas.microsoft.com/office/drawing/2014/main" id="{EA4A6E80-0E66-9041-B5D8-C077DADA2A65}"/>
              </a:ext>
            </a:extLst>
          </p:cNvPr>
          <p:cNvPicPr>
            <a:picLocks noChangeAspect="1"/>
          </p:cNvPicPr>
          <p:nvPr/>
        </p:nvPicPr>
        <p:blipFill>
          <a:blip r:embed="rId8"/>
          <a:stretch>
            <a:fillRect/>
          </a:stretch>
        </p:blipFill>
        <p:spPr>
          <a:xfrm>
            <a:off x="7747567" y="242088"/>
            <a:ext cx="2152853" cy="310558"/>
          </a:xfrm>
          <a:prstGeom prst="rect">
            <a:avLst/>
          </a:prstGeom>
        </p:spPr>
      </p:pic>
      <p:grpSp>
        <p:nvGrpSpPr>
          <p:cNvPr id="10" name="Grupo 9">
            <a:extLst>
              <a:ext uri="{FF2B5EF4-FFF2-40B4-BE49-F238E27FC236}">
                <a16:creationId xmlns:a16="http://schemas.microsoft.com/office/drawing/2014/main" id="{8B87BA69-F4CB-DBF5-4676-B393D1F8A96A}"/>
              </a:ext>
            </a:extLst>
          </p:cNvPr>
          <p:cNvGrpSpPr/>
          <p:nvPr/>
        </p:nvGrpSpPr>
        <p:grpSpPr>
          <a:xfrm>
            <a:off x="4823707" y="3637807"/>
            <a:ext cx="2547253" cy="1876437"/>
            <a:chOff x="4823707" y="3637807"/>
            <a:chExt cx="2547253" cy="1876437"/>
          </a:xfrm>
        </p:grpSpPr>
        <p:pic>
          <p:nvPicPr>
            <p:cNvPr id="5" name="Picture 4" descr="A graph with a line going up&#10;&#10;AI-generated content may be incorrect.">
              <a:extLst>
                <a:ext uri="{FF2B5EF4-FFF2-40B4-BE49-F238E27FC236}">
                  <a16:creationId xmlns:a16="http://schemas.microsoft.com/office/drawing/2014/main" id="{C498A840-B2C8-4383-7568-2620CE9B649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23707" y="3637807"/>
              <a:ext cx="2547253" cy="1678218"/>
            </a:xfrm>
            <a:prstGeom prst="rect">
              <a:avLst/>
            </a:prstGeom>
          </p:spPr>
        </p:pic>
        <p:sp>
          <p:nvSpPr>
            <p:cNvPr id="2" name="CuadroTexto 1">
              <a:extLst>
                <a:ext uri="{FF2B5EF4-FFF2-40B4-BE49-F238E27FC236}">
                  <a16:creationId xmlns:a16="http://schemas.microsoft.com/office/drawing/2014/main" id="{B78BFC16-B0AF-8B41-829D-20E46F0F3C5B}"/>
                </a:ext>
              </a:extLst>
            </p:cNvPr>
            <p:cNvSpPr txBox="1"/>
            <p:nvPr/>
          </p:nvSpPr>
          <p:spPr>
            <a:xfrm>
              <a:off x="5408444" y="5321884"/>
              <a:ext cx="1375102" cy="192360"/>
            </a:xfrm>
            <a:prstGeom prst="rect">
              <a:avLst/>
            </a:prstGeom>
            <a:noFill/>
          </p:spPr>
          <p:txBody>
            <a:bodyPr wrap="square" rtlCol="0">
              <a:spAutoFit/>
            </a:bodyPr>
            <a:lstStyle/>
            <a:p>
              <a:pPr algn="ctr"/>
              <a:r>
                <a:rPr lang="es-ES" sz="650" dirty="0"/>
                <a:t>Figure 2: </a:t>
              </a:r>
              <a:r>
                <a:rPr lang="es-ES" sz="650" dirty="0" err="1"/>
                <a:t>Capacitance</a:t>
              </a:r>
              <a:r>
                <a:rPr lang="es-ES" sz="650" dirty="0"/>
                <a:t> vs. </a:t>
              </a:r>
              <a:r>
                <a:rPr lang="es-ES" sz="650" dirty="0" err="1"/>
                <a:t>Plate</a:t>
              </a:r>
              <a:r>
                <a:rPr lang="es-ES" sz="650" dirty="0"/>
                <a:t> </a:t>
              </a:r>
              <a:r>
                <a:rPr lang="es-ES" sz="650" dirty="0" err="1"/>
                <a:t>Area</a:t>
              </a:r>
              <a:endParaRPr lang="es-ES" sz="650" dirty="0"/>
            </a:p>
          </p:txBody>
        </p:sp>
      </p:grpSp>
      <p:grpSp>
        <p:nvGrpSpPr>
          <p:cNvPr id="11" name="Grupo 10">
            <a:extLst>
              <a:ext uri="{FF2B5EF4-FFF2-40B4-BE49-F238E27FC236}">
                <a16:creationId xmlns:a16="http://schemas.microsoft.com/office/drawing/2014/main" id="{E4C589B7-4B88-CC58-6898-2E7425307E9A}"/>
              </a:ext>
            </a:extLst>
          </p:cNvPr>
          <p:cNvGrpSpPr/>
          <p:nvPr/>
        </p:nvGrpSpPr>
        <p:grpSpPr>
          <a:xfrm>
            <a:off x="4823703" y="1748673"/>
            <a:ext cx="2547257" cy="1881983"/>
            <a:chOff x="4823703" y="1748673"/>
            <a:chExt cx="2547257" cy="1881983"/>
          </a:xfrm>
        </p:grpSpPr>
        <p:pic>
          <p:nvPicPr>
            <p:cNvPr id="7" name="Picture 6" descr="A graph with a red line&#10;&#10;AI-generated content may be incorrect.">
              <a:extLst>
                <a:ext uri="{FF2B5EF4-FFF2-40B4-BE49-F238E27FC236}">
                  <a16:creationId xmlns:a16="http://schemas.microsoft.com/office/drawing/2014/main" id="{56CDAAF2-1818-9EB6-09DE-0325CCB1250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823703" y="1748673"/>
              <a:ext cx="2547257" cy="1690915"/>
            </a:xfrm>
            <a:prstGeom prst="rect">
              <a:avLst/>
            </a:prstGeom>
          </p:spPr>
        </p:pic>
        <p:sp>
          <p:nvSpPr>
            <p:cNvPr id="3" name="CuadroTexto 2">
              <a:extLst>
                <a:ext uri="{FF2B5EF4-FFF2-40B4-BE49-F238E27FC236}">
                  <a16:creationId xmlns:a16="http://schemas.microsoft.com/office/drawing/2014/main" id="{1342CD79-1432-E499-29FA-C0F48653707F}"/>
                </a:ext>
              </a:extLst>
            </p:cNvPr>
            <p:cNvSpPr txBox="1"/>
            <p:nvPr/>
          </p:nvSpPr>
          <p:spPr>
            <a:xfrm>
              <a:off x="5300057" y="3438296"/>
              <a:ext cx="1584097" cy="192360"/>
            </a:xfrm>
            <a:prstGeom prst="rect">
              <a:avLst/>
            </a:prstGeom>
            <a:noFill/>
          </p:spPr>
          <p:txBody>
            <a:bodyPr wrap="square" rtlCol="0">
              <a:spAutoFit/>
            </a:bodyPr>
            <a:lstStyle/>
            <a:p>
              <a:pPr algn="ctr"/>
              <a:r>
                <a:rPr lang="es-ES" sz="650" dirty="0"/>
                <a:t>Figure 1: </a:t>
              </a:r>
              <a:r>
                <a:rPr lang="es-ES" sz="650" dirty="0" err="1"/>
                <a:t>Capacitance</a:t>
              </a:r>
              <a:r>
                <a:rPr lang="es-ES" sz="650" dirty="0"/>
                <a:t> vs. </a:t>
              </a:r>
              <a:r>
                <a:rPr lang="es-ES" sz="650" dirty="0" err="1"/>
                <a:t>Plate</a:t>
              </a:r>
              <a:r>
                <a:rPr lang="es-ES" sz="650" dirty="0"/>
                <a:t> </a:t>
              </a:r>
              <a:r>
                <a:rPr lang="es-ES" sz="650" dirty="0" err="1"/>
                <a:t>Separation</a:t>
              </a:r>
              <a:endParaRPr lang="es-ES" sz="650" dirty="0"/>
            </a:p>
          </p:txBody>
        </p:sp>
      </p:grpSp>
      <p:pic>
        <p:nvPicPr>
          <p:cNvPr id="9" name="Picture 26">
            <a:extLst>
              <a:ext uri="{FF2B5EF4-FFF2-40B4-BE49-F238E27FC236}">
                <a16:creationId xmlns:a16="http://schemas.microsoft.com/office/drawing/2014/main" id="{1F6FF982-84D1-D5B7-2672-EEB42FF7BB88}"/>
              </a:ext>
            </a:extLst>
          </p:cNvPr>
          <p:cNvPicPr>
            <a:picLocks noChangeAspect="1"/>
          </p:cNvPicPr>
          <p:nvPr/>
        </p:nvPicPr>
        <p:blipFill>
          <a:blip r:embed="rId11"/>
          <a:stretch>
            <a:fillRect/>
          </a:stretch>
        </p:blipFill>
        <p:spPr>
          <a:xfrm>
            <a:off x="7747567" y="695165"/>
            <a:ext cx="1887651" cy="409173"/>
          </a:xfrm>
          <a:prstGeom prst="rect">
            <a:avLst/>
          </a:prstGeom>
        </p:spPr>
      </p:pic>
      <p:sp>
        <p:nvSpPr>
          <p:cNvPr id="12" name="CuadroTexto 11">
            <a:extLst>
              <a:ext uri="{FF2B5EF4-FFF2-40B4-BE49-F238E27FC236}">
                <a16:creationId xmlns:a16="http://schemas.microsoft.com/office/drawing/2014/main" id="{F99076AB-CD48-1D9C-24C3-8E5BC7671CED}"/>
              </a:ext>
            </a:extLst>
          </p:cNvPr>
          <p:cNvSpPr txBox="1"/>
          <p:nvPr/>
        </p:nvSpPr>
        <p:spPr>
          <a:xfrm>
            <a:off x="7983415" y="1777442"/>
            <a:ext cx="2350477" cy="830997"/>
          </a:xfrm>
          <a:prstGeom prst="rect">
            <a:avLst/>
          </a:prstGeom>
          <a:noFill/>
        </p:spPr>
        <p:txBody>
          <a:bodyPr wrap="square" rtlCol="0">
            <a:spAutoFit/>
          </a:bodyPr>
          <a:lstStyle/>
          <a:p>
            <a:r>
              <a:rPr lang="es-ES" sz="600" dirty="0">
                <a:latin typeface="Source Code Pro Light" panose="020B0409030403020204" pitchFamily="49" charset="0"/>
                <a:ea typeface="Source Code Pro Light" panose="020B0409030403020204" pitchFamily="49" charset="0"/>
              </a:rPr>
              <a:t>&gt;&gt; </a:t>
            </a:r>
            <a:r>
              <a:rPr lang="es-ES" sz="600" dirty="0" err="1">
                <a:latin typeface="Source Code Pro Light" panose="020B0409030403020204" pitchFamily="49" charset="0"/>
                <a:ea typeface="Source Code Pro Light" panose="020B0409030403020204" pitchFamily="49" charset="0"/>
              </a:rPr>
              <a:t>tscoreTesting</a:t>
            </a:r>
            <a:endParaRPr lang="es-ES" sz="600" dirty="0">
              <a:latin typeface="Source Code Pro Light" panose="020B0409030403020204" pitchFamily="49" charset="0"/>
              <a:ea typeface="Source Code Pro Light" panose="020B0409030403020204" pitchFamily="49" charset="0"/>
            </a:endParaRPr>
          </a:p>
          <a:p>
            <a:r>
              <a:rPr lang="es-ES" sz="600" dirty="0" err="1">
                <a:latin typeface="Source Code Pro Light" panose="020B0409030403020204" pitchFamily="49" charset="0"/>
                <a:ea typeface="Source Code Pro Light" panose="020B0409030403020204" pitchFamily="49" charset="0"/>
              </a:rPr>
              <a:t>Seperation</a:t>
            </a:r>
            <a:r>
              <a:rPr lang="es-ES" sz="600" dirty="0">
                <a:latin typeface="Source Code Pro Light" panose="020B0409030403020204" pitchFamily="49" charset="0"/>
                <a:ea typeface="Source Code Pro Light" panose="020B0409030403020204" pitchFamily="49" charset="0"/>
              </a:rPr>
              <a:t>: mean=0.2367, </a:t>
            </a:r>
            <a:r>
              <a:rPr lang="es-ES" sz="600" dirty="0" err="1">
                <a:latin typeface="Source Code Pro Light" panose="020B0409030403020204" pitchFamily="49" charset="0"/>
                <a:ea typeface="Source Code Pro Light" panose="020B0409030403020204" pitchFamily="49" charset="0"/>
              </a:rPr>
              <a:t>sd</a:t>
            </a:r>
            <a:r>
              <a:rPr lang="es-ES" sz="600" dirty="0">
                <a:latin typeface="Source Code Pro Light" panose="020B0409030403020204" pitchFamily="49" charset="0"/>
                <a:ea typeface="Source Code Pro Light" panose="020B0409030403020204" pitchFamily="49" charset="0"/>
              </a:rPr>
              <a:t>=0.1062, n=6, t=5.4562, p=0.0028</a:t>
            </a:r>
          </a:p>
          <a:p>
            <a:endParaRPr lang="es-ES" sz="600" dirty="0">
              <a:latin typeface="Source Code Pro Light" panose="020B0409030403020204" pitchFamily="49" charset="0"/>
              <a:ea typeface="Source Code Pro Light" panose="020B0409030403020204" pitchFamily="49" charset="0"/>
            </a:endParaRPr>
          </a:p>
          <a:p>
            <a:r>
              <a:rPr lang="es-ES" sz="600" dirty="0" err="1">
                <a:latin typeface="Source Code Pro Light" panose="020B0409030403020204" pitchFamily="49" charset="0"/>
                <a:ea typeface="Source Code Pro Light" panose="020B0409030403020204" pitchFamily="49" charset="0"/>
              </a:rPr>
              <a:t>Area</a:t>
            </a:r>
            <a:r>
              <a:rPr lang="es-ES" sz="600" dirty="0">
                <a:latin typeface="Source Code Pro Light" panose="020B0409030403020204" pitchFamily="49" charset="0"/>
                <a:ea typeface="Source Code Pro Light" panose="020B0409030403020204" pitchFamily="49" charset="0"/>
              </a:rPr>
              <a:t>: mean=0.1850, </a:t>
            </a:r>
            <a:r>
              <a:rPr lang="es-ES" sz="600" dirty="0" err="1">
                <a:latin typeface="Source Code Pro Light" panose="020B0409030403020204" pitchFamily="49" charset="0"/>
                <a:ea typeface="Source Code Pro Light" panose="020B0409030403020204" pitchFamily="49" charset="0"/>
              </a:rPr>
              <a:t>sd</a:t>
            </a:r>
            <a:r>
              <a:rPr lang="es-ES" sz="600" dirty="0">
                <a:latin typeface="Source Code Pro Light" panose="020B0409030403020204" pitchFamily="49" charset="0"/>
                <a:ea typeface="Source Code Pro Light" panose="020B0409030403020204" pitchFamily="49" charset="0"/>
              </a:rPr>
              <a:t>=0.0250, n=6, t=18.1262, p=0.0000</a:t>
            </a:r>
          </a:p>
          <a:p>
            <a:endParaRPr lang="es-ES" sz="600" dirty="0">
              <a:latin typeface="Source Code Pro Light" panose="020B0409030403020204" pitchFamily="49" charset="0"/>
              <a:ea typeface="Source Code Pro Light" panose="020B0409030403020204" pitchFamily="49" charset="0"/>
            </a:endParaRPr>
          </a:p>
          <a:p>
            <a:r>
              <a:rPr lang="es-ES" sz="600" dirty="0" err="1">
                <a:latin typeface="Source Code Pro Light" panose="020B0409030403020204" pitchFamily="49" charset="0"/>
                <a:ea typeface="Source Code Pro Light" panose="020B0409030403020204" pitchFamily="49" charset="0"/>
              </a:rPr>
              <a:t>Two-sample</a:t>
            </a:r>
            <a:r>
              <a:rPr lang="es-ES" sz="600" dirty="0">
                <a:latin typeface="Source Code Pro Light" panose="020B0409030403020204" pitchFamily="49" charset="0"/>
                <a:ea typeface="Source Code Pro Light" panose="020B0409030403020204" pitchFamily="49" charset="0"/>
              </a:rPr>
              <a:t> t-test: t=1.0584, </a:t>
            </a:r>
            <a:r>
              <a:rPr lang="es-ES" sz="600" dirty="0" err="1">
                <a:latin typeface="Source Code Pro Light" panose="020B0409030403020204" pitchFamily="49" charset="0"/>
                <a:ea typeface="Source Code Pro Light" panose="020B0409030403020204" pitchFamily="49" charset="0"/>
              </a:rPr>
              <a:t>df</a:t>
            </a:r>
            <a:r>
              <a:rPr lang="es-ES" sz="600" dirty="0">
                <a:latin typeface="Source Code Pro Light" panose="020B0409030403020204" pitchFamily="49" charset="0"/>
                <a:ea typeface="Source Code Pro Light" panose="020B0409030403020204" pitchFamily="49" charset="0"/>
              </a:rPr>
              <a:t>=10, p=0.3147</a:t>
            </a:r>
          </a:p>
        </p:txBody>
      </p:sp>
    </p:spTree>
    <p:extLst>
      <p:ext uri="{BB962C8B-B14F-4D97-AF65-F5344CB8AC3E}">
        <p14:creationId xmlns:p14="http://schemas.microsoft.com/office/powerpoint/2010/main" val="4152292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REE COLUMN - 1">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4699</TotalTime>
  <Words>1036</Words>
  <Application>Microsoft Macintosh PowerPoint</Application>
  <PresentationFormat>Panorámica</PresentationFormat>
  <Paragraphs>29</Paragraphs>
  <Slides>1</Slides>
  <Notes>1</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1</vt:i4>
      </vt:variant>
    </vt:vector>
  </HeadingPairs>
  <TitlesOfParts>
    <vt:vector size="10" baseType="lpstr">
      <vt:lpstr>Aptos</vt:lpstr>
      <vt:lpstr>Aptos Display</vt:lpstr>
      <vt:lpstr>Arial</vt:lpstr>
      <vt:lpstr>Calibri</vt:lpstr>
      <vt:lpstr>Calibri Light</vt:lpstr>
      <vt:lpstr>Cambria Math</vt:lpstr>
      <vt:lpstr>Source Code Pro Light</vt:lpstr>
      <vt:lpstr>Office Theme</vt:lpstr>
      <vt:lpstr>THREE COLUMN - 1</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Abdon</dc:creator>
  <cp:lastModifiedBy>Abdon Morales</cp:lastModifiedBy>
  <cp:revision>2</cp:revision>
  <dcterms:created xsi:type="dcterms:W3CDTF">2025-11-27T10:46:25Z</dcterms:created>
  <dcterms:modified xsi:type="dcterms:W3CDTF">2025-12-04T22:50:00Z</dcterms:modified>
</cp:coreProperties>
</file>