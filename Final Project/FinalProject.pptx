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DCBEB9-452B-42DA-B7D1-E4A5A7FC6C10}" v="1749" dt="2025-12-03T17:44:14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672" y="-13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rales, Abdon" userId="b8e72fca-89fa-40b2-95f0-bdb26e6d8c1d" providerId="ADAL" clId="{D6E4417C-859A-4BAF-A446-455E9918AB5F}"/>
    <pc:docChg chg="undo custSel addSld delSld modSld">
      <pc:chgData name="Morales, Abdon" userId="b8e72fca-89fa-40b2-95f0-bdb26e6d8c1d" providerId="ADAL" clId="{D6E4417C-859A-4BAF-A446-455E9918AB5F}" dt="2025-12-03T17:44:14.992" v="5567" actId="20577"/>
      <pc:docMkLst>
        <pc:docMk/>
      </pc:docMkLst>
      <pc:sldChg chg="addSp delSp modSp add del mod">
        <pc:chgData name="Morales, Abdon" userId="b8e72fca-89fa-40b2-95f0-bdb26e6d8c1d" providerId="ADAL" clId="{D6E4417C-859A-4BAF-A446-455E9918AB5F}" dt="2025-12-03T17:44:14.992" v="5567" actId="20577"/>
        <pc:sldMkLst>
          <pc:docMk/>
          <pc:sldMk cId="4152292366" sldId="268"/>
        </pc:sldMkLst>
        <pc:spChg chg="mod">
          <ac:chgData name="Morales, Abdon" userId="b8e72fca-89fa-40b2-95f0-bdb26e6d8c1d" providerId="ADAL" clId="{D6E4417C-859A-4BAF-A446-455E9918AB5F}" dt="2025-12-03T17:40:32.096" v="5286" actId="1076"/>
          <ac:spMkLst>
            <pc:docMk/>
            <pc:sldMk cId="4152292366" sldId="268"/>
            <ac:spMk id="33" creationId="{7418BA6E-2677-B748-A162-8B83DCDBD8E6}"/>
          </ac:spMkLst>
        </pc:spChg>
        <pc:spChg chg="mod">
          <ac:chgData name="Morales, Abdon" userId="b8e72fca-89fa-40b2-95f0-bdb26e6d8c1d" providerId="ADAL" clId="{D6E4417C-859A-4BAF-A446-455E9918AB5F}" dt="2025-11-27T11:30:14.469" v="301" actId="20577"/>
          <ac:spMkLst>
            <pc:docMk/>
            <pc:sldMk cId="4152292366" sldId="268"/>
            <ac:spMk id="37" creationId="{1CB2525F-971E-E941-B2D3-728BCEFFCCFB}"/>
          </ac:spMkLst>
        </pc:spChg>
        <pc:spChg chg="mod">
          <ac:chgData name="Morales, Abdon" userId="b8e72fca-89fa-40b2-95f0-bdb26e6d8c1d" providerId="ADAL" clId="{D6E4417C-859A-4BAF-A446-455E9918AB5F}" dt="2025-11-27T11:13:44.407" v="215" actId="20577"/>
          <ac:spMkLst>
            <pc:docMk/>
            <pc:sldMk cId="4152292366" sldId="268"/>
            <ac:spMk id="40" creationId="{5B415905-C185-1D48-A064-6465FD424184}"/>
          </ac:spMkLst>
        </pc:spChg>
        <pc:spChg chg="mod">
          <ac:chgData name="Morales, Abdon" userId="b8e72fca-89fa-40b2-95f0-bdb26e6d8c1d" providerId="ADAL" clId="{D6E4417C-859A-4BAF-A446-455E9918AB5F}" dt="2025-12-01T15:05:50.099" v="3837" actId="1035"/>
          <ac:spMkLst>
            <pc:docMk/>
            <pc:sldMk cId="4152292366" sldId="268"/>
            <ac:spMk id="47" creationId="{5B1CB227-8D1C-E348-84AD-06F18B6E4815}"/>
          </ac:spMkLst>
        </pc:spChg>
        <pc:spChg chg="mod">
          <ac:chgData name="Morales, Abdon" userId="b8e72fca-89fa-40b2-95f0-bdb26e6d8c1d" providerId="ADAL" clId="{D6E4417C-859A-4BAF-A446-455E9918AB5F}" dt="2025-12-01T16:13:36.212" v="4800" actId="20577"/>
          <ac:spMkLst>
            <pc:docMk/>
            <pc:sldMk cId="4152292366" sldId="268"/>
            <ac:spMk id="48" creationId="{2EA8601F-31F3-C14A-BF17-B9C6854CA5E3}"/>
          </ac:spMkLst>
        </pc:spChg>
        <pc:spChg chg="mod">
          <ac:chgData name="Morales, Abdon" userId="b8e72fca-89fa-40b2-95f0-bdb26e6d8c1d" providerId="ADAL" clId="{D6E4417C-859A-4BAF-A446-455E9918AB5F}" dt="2025-12-03T17:44:14.992" v="5567" actId="20577"/>
          <ac:spMkLst>
            <pc:docMk/>
            <pc:sldMk cId="4152292366" sldId="268"/>
            <ac:spMk id="49" creationId="{9D66091E-E47C-CF42-A22A-669CB4253806}"/>
          </ac:spMkLst>
        </pc:spChg>
        <pc:spChg chg="mod">
          <ac:chgData name="Morales, Abdon" userId="b8e72fca-89fa-40b2-95f0-bdb26e6d8c1d" providerId="ADAL" clId="{D6E4417C-859A-4BAF-A446-455E9918AB5F}" dt="2025-12-03T17:42:17.528" v="5299" actId="1076"/>
          <ac:spMkLst>
            <pc:docMk/>
            <pc:sldMk cId="4152292366" sldId="268"/>
            <ac:spMk id="51" creationId="{E1CD2C2A-F064-084C-B9FF-1CE5B53E4E32}"/>
          </ac:spMkLst>
        </pc:spChg>
        <pc:spChg chg="del mod">
          <ac:chgData name="Morales, Abdon" userId="b8e72fca-89fa-40b2-95f0-bdb26e6d8c1d" providerId="ADAL" clId="{D6E4417C-859A-4BAF-A446-455E9918AB5F}" dt="2025-12-03T17:32:54.343" v="4829" actId="478"/>
          <ac:spMkLst>
            <pc:docMk/>
            <pc:sldMk cId="4152292366" sldId="268"/>
            <ac:spMk id="52" creationId="{4B05A019-717D-A648-A8DE-E62A37015CA2}"/>
          </ac:spMkLst>
        </pc:spChg>
        <pc:spChg chg="del mod">
          <ac:chgData name="Morales, Abdon" userId="b8e72fca-89fa-40b2-95f0-bdb26e6d8c1d" providerId="ADAL" clId="{D6E4417C-859A-4BAF-A446-455E9918AB5F}" dt="2025-12-03T17:41:42.509" v="5294" actId="478"/>
          <ac:spMkLst>
            <pc:docMk/>
            <pc:sldMk cId="4152292366" sldId="268"/>
            <ac:spMk id="53" creationId="{868D2662-CE1B-CA4E-9C45-7BFADD8B478E}"/>
          </ac:spMkLst>
        </pc:spChg>
        <pc:spChg chg="mod">
          <ac:chgData name="Morales, Abdon" userId="b8e72fca-89fa-40b2-95f0-bdb26e6d8c1d" providerId="ADAL" clId="{D6E4417C-859A-4BAF-A446-455E9918AB5F}" dt="2025-12-03T17:42:29.545" v="5300" actId="1076"/>
          <ac:spMkLst>
            <pc:docMk/>
            <pc:sldMk cId="4152292366" sldId="268"/>
            <ac:spMk id="54" creationId="{F8C7482B-E913-3C49-AF7C-0ACF650610EA}"/>
          </ac:spMkLst>
        </pc:spChg>
        <pc:spChg chg="del">
          <ac:chgData name="Morales, Abdon" userId="b8e72fca-89fa-40b2-95f0-bdb26e6d8c1d" providerId="ADAL" clId="{D6E4417C-859A-4BAF-A446-455E9918AB5F}" dt="2025-12-03T17:31:04.535" v="4811" actId="478"/>
          <ac:spMkLst>
            <pc:docMk/>
            <pc:sldMk cId="4152292366" sldId="268"/>
            <ac:spMk id="56" creationId="{BB2032AF-3003-B24B-9A68-7D70AAA8A35C}"/>
          </ac:spMkLst>
        </pc:spChg>
        <pc:spChg chg="del">
          <ac:chgData name="Morales, Abdon" userId="b8e72fca-89fa-40b2-95f0-bdb26e6d8c1d" providerId="ADAL" clId="{D6E4417C-859A-4BAF-A446-455E9918AB5F}" dt="2025-12-03T17:33:02.162" v="4831" actId="478"/>
          <ac:spMkLst>
            <pc:docMk/>
            <pc:sldMk cId="4152292366" sldId="268"/>
            <ac:spMk id="57" creationId="{1FED97EB-3F99-4046-B146-88CF814D5474}"/>
          </ac:spMkLst>
        </pc:spChg>
        <pc:spChg chg="del">
          <ac:chgData name="Morales, Abdon" userId="b8e72fca-89fa-40b2-95f0-bdb26e6d8c1d" providerId="ADAL" clId="{D6E4417C-859A-4BAF-A446-455E9918AB5F}" dt="2025-12-03T17:32:48.990" v="4827" actId="478"/>
          <ac:spMkLst>
            <pc:docMk/>
            <pc:sldMk cId="4152292366" sldId="268"/>
            <ac:spMk id="58" creationId="{9A716952-6964-FF4F-943E-A4CCA63175C7}"/>
          </ac:spMkLst>
        </pc:spChg>
        <pc:graphicFrameChg chg="add del mod modGraphic">
          <ac:chgData name="Morales, Abdon" userId="b8e72fca-89fa-40b2-95f0-bdb26e6d8c1d" providerId="ADAL" clId="{D6E4417C-859A-4BAF-A446-455E9918AB5F}" dt="2025-12-03T17:01:57.937" v="4806" actId="478"/>
          <ac:graphicFrameMkLst>
            <pc:docMk/>
            <pc:sldMk cId="4152292366" sldId="268"/>
            <ac:graphicFrameMk id="2" creationId="{4CFD5E63-87CB-3D3B-59A6-F5461C4DA834}"/>
          </ac:graphicFrameMkLst>
        </pc:graphicFrameChg>
        <pc:picChg chg="add mod">
          <ac:chgData name="Morales, Abdon" userId="b8e72fca-89fa-40b2-95f0-bdb26e6d8c1d" providerId="ADAL" clId="{D6E4417C-859A-4BAF-A446-455E9918AB5F}" dt="2025-12-03T17:42:11.661" v="5298" actId="14100"/>
          <ac:picMkLst>
            <pc:docMk/>
            <pc:sldMk cId="4152292366" sldId="268"/>
            <ac:picMk id="5" creationId="{C498A840-B2C8-4383-7568-2620CE9B6494}"/>
          </ac:picMkLst>
        </pc:picChg>
        <pc:picChg chg="add mod">
          <ac:chgData name="Morales, Abdon" userId="b8e72fca-89fa-40b2-95f0-bdb26e6d8c1d" providerId="ADAL" clId="{D6E4417C-859A-4BAF-A446-455E9918AB5F}" dt="2025-12-03T17:33:10.449" v="4832" actId="1076"/>
          <ac:picMkLst>
            <pc:docMk/>
            <pc:sldMk cId="4152292366" sldId="268"/>
            <ac:picMk id="7" creationId="{56CDAAF2-1818-9EB6-09DE-0325CCB12502}"/>
          </ac:picMkLst>
        </pc:picChg>
      </pc:sldChg>
      <pc:sldMasterChg chg="delSldLayout">
        <pc:chgData name="Morales, Abdon" userId="b8e72fca-89fa-40b2-95f0-bdb26e6d8c1d" providerId="ADAL" clId="{D6E4417C-859A-4BAF-A446-455E9918AB5F}" dt="2025-11-27T11:11:17.187" v="3" actId="47"/>
        <pc:sldMasterMkLst>
          <pc:docMk/>
          <pc:sldMasterMk cId="2666359474" sldId="2147483648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E63A2-52EB-B7BB-AC27-C9699A391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714D72-0542-D42B-EEDE-C06B36CA5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22856-F683-61ED-85DA-27AA1C766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61EF-995C-7EFE-7798-919D3135D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AEFF6-622D-D294-9A8A-BA1A4346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60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506A-84F9-AB51-9466-2F9C67140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EC9C-605D-FB9C-6943-8A852C88B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8F248-E3A3-E69F-AF4B-D23C02684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1E2E3A-C8C2-2F74-4F83-D15E25759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BC30B-2F7C-BD6D-9C38-2AEAC3390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377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5CB7F-68BC-12F5-3F59-0ADA9EFAB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CABF80-823B-AD57-3EC8-358387BDFC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820287-8135-C229-474B-88E4508C6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0D4EE-F0C3-311F-9339-D4085E696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58531-5320-CF5D-5CDB-787DBA2F3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33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A0F84-D32C-D6DF-C3E6-2228A0BBF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B713B-09B8-82A3-0B82-C1B98681EF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FC0AA-7936-12F6-C30D-C0F5ABEB47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1DB8A6-5BC9-904E-8C59-B85624DD9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0D4A76-EF17-B3A4-B5B3-BD3B571CB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3C2AE9-AD08-864F-EBA3-FDD22E2B7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26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3A93-71AC-843F-3FF9-0D206EF2B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AA617C-6472-2D72-F3B5-7B9B54CF9F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54157-0D89-4FDB-8208-86018D6F04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939069-DA52-0E7F-D2AE-D9AE49A615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C5CFB7-EC46-32CD-AC38-CF76EA5049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7FE9A0-CCD6-5367-949E-FDE441EB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4D587-F928-0C61-D93E-E866DC35A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1CC026-93A8-2D95-6757-C41C6706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732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E0490-95F9-2870-834E-11927077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401B76-7E2D-ACC5-C937-AF2A1FB52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5C56F1-F8D3-21AB-03AB-E15641BC0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E5EF7E-B8AE-C254-9E3E-D66B952AF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02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7CAF39-8B20-4AD6-8171-1E8B14437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12B721-B5BF-2ADF-1A0A-DBF42D72D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710A5-5655-502C-C9B6-87F41BE7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045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8B00-A336-E26E-153B-187177A97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67BF9-EF8F-C63B-9FB0-E211E1CD9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2F456F-E161-4E2F-D0BF-53F8B7395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252CF-DD60-651C-BC25-36D8FEEAF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71586-3648-66CE-12BE-27C86DE63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28CD0-6211-D2C5-EDED-4BB587135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39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F072C-4A84-7185-DAE1-8A97AAA76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55B373-D7A3-496B-4DB7-F1808FE645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4A0E17-E83B-310E-5B3D-7B51BA977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F784E1-F617-0A82-F434-A9CDCA293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35E91-CCE7-0B21-EBDC-9A190C014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DC1BD-A5DA-DBE2-84EE-CB1A1D4D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861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2EED8-5E74-5570-4E07-938617947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164365-065F-60F7-D109-48BFD50DB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0B00E-156D-2CA7-202B-CEA147A86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D5EF54-7AE4-A7EC-A783-6E81F5BF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A7062-D62B-7739-9291-6411C87C0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360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1AA12F-D2AB-DD60-2064-41261927FA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6525A0-5BFD-2493-ADD2-7F7DC8EB8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63405-4951-DC7B-B758-F1CAA0E6A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D0EE-14F6-5BB8-5C1C-87E3CBF58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24E418-47AF-B438-380D-E55D2153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117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34" indent="0" algn="ctr">
              <a:buNone/>
              <a:defRPr sz="2000"/>
            </a:lvl2pPr>
            <a:lvl3pPr marL="914467" indent="0" algn="ctr">
              <a:buNone/>
              <a:defRPr sz="1800"/>
            </a:lvl3pPr>
            <a:lvl4pPr marL="1371701" indent="0" algn="ctr">
              <a:buNone/>
              <a:defRPr sz="1600"/>
            </a:lvl4pPr>
            <a:lvl5pPr marL="1828935" indent="0" algn="ctr">
              <a:buNone/>
              <a:defRPr sz="1600"/>
            </a:lvl5pPr>
            <a:lvl6pPr marL="2286169" indent="0" algn="ctr">
              <a:buNone/>
              <a:defRPr sz="1600"/>
            </a:lvl6pPr>
            <a:lvl7pPr marL="2743402" indent="0" algn="ctr">
              <a:buNone/>
              <a:defRPr sz="1600"/>
            </a:lvl7pPr>
            <a:lvl8pPr marL="3200636" indent="0" algn="ctr">
              <a:buNone/>
              <a:defRPr sz="1600"/>
            </a:lvl8pPr>
            <a:lvl9pPr marL="365787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1493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1399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3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6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70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9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40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63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87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09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0678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34" indent="0">
              <a:buNone/>
              <a:defRPr sz="2000" b="1"/>
            </a:lvl2pPr>
            <a:lvl3pPr marL="914467" indent="0">
              <a:buNone/>
              <a:defRPr sz="1800" b="1"/>
            </a:lvl3pPr>
            <a:lvl4pPr marL="1371701" indent="0">
              <a:buNone/>
              <a:defRPr sz="1600" b="1"/>
            </a:lvl4pPr>
            <a:lvl5pPr marL="1828935" indent="0">
              <a:buNone/>
              <a:defRPr sz="1600" b="1"/>
            </a:lvl5pPr>
            <a:lvl6pPr marL="2286169" indent="0">
              <a:buNone/>
              <a:defRPr sz="1600" b="1"/>
            </a:lvl6pPr>
            <a:lvl7pPr marL="2743402" indent="0">
              <a:buNone/>
              <a:defRPr sz="1600" b="1"/>
            </a:lvl7pPr>
            <a:lvl8pPr marL="3200636" indent="0">
              <a:buNone/>
              <a:defRPr sz="1600" b="1"/>
            </a:lvl8pPr>
            <a:lvl9pPr marL="365787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34" indent="0">
              <a:buNone/>
              <a:defRPr sz="2000" b="1"/>
            </a:lvl2pPr>
            <a:lvl3pPr marL="914467" indent="0">
              <a:buNone/>
              <a:defRPr sz="1800" b="1"/>
            </a:lvl3pPr>
            <a:lvl4pPr marL="1371701" indent="0">
              <a:buNone/>
              <a:defRPr sz="1600" b="1"/>
            </a:lvl4pPr>
            <a:lvl5pPr marL="1828935" indent="0">
              <a:buNone/>
              <a:defRPr sz="1600" b="1"/>
            </a:lvl5pPr>
            <a:lvl6pPr marL="2286169" indent="0">
              <a:buNone/>
              <a:defRPr sz="1600" b="1"/>
            </a:lvl6pPr>
            <a:lvl7pPr marL="2743402" indent="0">
              <a:buNone/>
              <a:defRPr sz="1600" b="1"/>
            </a:lvl7pPr>
            <a:lvl8pPr marL="3200636" indent="0">
              <a:buNone/>
              <a:defRPr sz="1600" b="1"/>
            </a:lvl8pPr>
            <a:lvl9pPr marL="365787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3311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5321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4629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34" indent="0">
              <a:buNone/>
              <a:defRPr sz="1400"/>
            </a:lvl2pPr>
            <a:lvl3pPr marL="914467" indent="0">
              <a:buNone/>
              <a:defRPr sz="1200"/>
            </a:lvl3pPr>
            <a:lvl4pPr marL="1371701" indent="0">
              <a:buNone/>
              <a:defRPr sz="1000"/>
            </a:lvl4pPr>
            <a:lvl5pPr marL="1828935" indent="0">
              <a:buNone/>
              <a:defRPr sz="1000"/>
            </a:lvl5pPr>
            <a:lvl6pPr marL="2286169" indent="0">
              <a:buNone/>
              <a:defRPr sz="1000"/>
            </a:lvl6pPr>
            <a:lvl7pPr marL="2743402" indent="0">
              <a:buNone/>
              <a:defRPr sz="1000"/>
            </a:lvl7pPr>
            <a:lvl8pPr marL="3200636" indent="0">
              <a:buNone/>
              <a:defRPr sz="1000"/>
            </a:lvl8pPr>
            <a:lvl9pPr marL="365787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8365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34" indent="0">
              <a:buNone/>
              <a:defRPr sz="2800"/>
            </a:lvl2pPr>
            <a:lvl3pPr marL="914467" indent="0">
              <a:buNone/>
              <a:defRPr sz="2400"/>
            </a:lvl3pPr>
            <a:lvl4pPr marL="1371701" indent="0">
              <a:buNone/>
              <a:defRPr sz="2000"/>
            </a:lvl4pPr>
            <a:lvl5pPr marL="1828935" indent="0">
              <a:buNone/>
              <a:defRPr sz="2000"/>
            </a:lvl5pPr>
            <a:lvl6pPr marL="2286169" indent="0">
              <a:buNone/>
              <a:defRPr sz="2000"/>
            </a:lvl6pPr>
            <a:lvl7pPr marL="2743402" indent="0">
              <a:buNone/>
              <a:defRPr sz="2000"/>
            </a:lvl7pPr>
            <a:lvl8pPr marL="3200636" indent="0">
              <a:buNone/>
              <a:defRPr sz="2000"/>
            </a:lvl8pPr>
            <a:lvl9pPr marL="365787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34" indent="0">
              <a:buNone/>
              <a:defRPr sz="1400"/>
            </a:lvl2pPr>
            <a:lvl3pPr marL="914467" indent="0">
              <a:buNone/>
              <a:defRPr sz="1200"/>
            </a:lvl3pPr>
            <a:lvl4pPr marL="1371701" indent="0">
              <a:buNone/>
              <a:defRPr sz="1000"/>
            </a:lvl4pPr>
            <a:lvl5pPr marL="1828935" indent="0">
              <a:buNone/>
              <a:defRPr sz="1000"/>
            </a:lvl5pPr>
            <a:lvl6pPr marL="2286169" indent="0">
              <a:buNone/>
              <a:defRPr sz="1000"/>
            </a:lvl6pPr>
            <a:lvl7pPr marL="2743402" indent="0">
              <a:buNone/>
              <a:defRPr sz="1000"/>
            </a:lvl7pPr>
            <a:lvl8pPr marL="3200636" indent="0">
              <a:buNone/>
              <a:defRPr sz="1000"/>
            </a:lvl8pPr>
            <a:lvl9pPr marL="365787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0106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8328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689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436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DF67E0-F0CC-4B27-FC86-5AE13E01C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196F-D9EA-DEEE-4016-82DAB9447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10876-2FEA-0022-AA28-70774E97CB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2949B6-FD26-4F0A-B27E-95AA34CFB7B6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CA0AB-1643-A3D6-E056-79EF4C56D7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C951A-B315-3F2F-48BB-30E9CB8AE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28ECA1-1E0E-45AA-9354-4925D9A91E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359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30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6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7" indent="-228617" algn="l" defTabSz="91446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51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84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318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52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86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9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253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487" indent="-228617" algn="l" defTabSz="91446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4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67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01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35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69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02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36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870" algn="l" defTabSz="91446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440">
          <p15:clr>
            <a:srgbClr val="F26B43"/>
          </p15:clr>
        </p15:guide>
        <p15:guide id="2" pos="741">
          <p15:clr>
            <a:srgbClr val="F26B43"/>
          </p15:clr>
        </p15:guide>
        <p15:guide id="3" pos="1111">
          <p15:clr>
            <a:srgbClr val="F26B43"/>
          </p15:clr>
        </p15:guide>
        <p15:guide id="4" pos="8599">
          <p15:clr>
            <a:srgbClr val="F26B43"/>
          </p15:clr>
        </p15:guide>
        <p15:guide id="5" pos="8969">
          <p15:clr>
            <a:srgbClr val="F26B43"/>
          </p15:clr>
        </p15:guide>
        <p15:guide id="6" pos="9710">
          <p15:clr>
            <a:srgbClr val="F26B43"/>
          </p15:clr>
        </p15:guide>
        <p15:guide id="7" pos="10080">
          <p15:clr>
            <a:srgbClr val="F26B43"/>
          </p15:clr>
        </p15:guide>
        <p15:guide id="8" pos="26537">
          <p15:clr>
            <a:srgbClr val="F26B43"/>
          </p15:clr>
        </p15:guide>
        <p15:guide id="9" pos="26907">
          <p15:clr>
            <a:srgbClr val="F26B43"/>
          </p15:clr>
        </p15:guide>
        <p15:guide id="10" orient="horz" pos="720">
          <p15:clr>
            <a:srgbClr val="F26B43"/>
          </p15:clr>
        </p15:guide>
        <p15:guide id="11" orient="horz" pos="960">
          <p15:clr>
            <a:srgbClr val="F26B43"/>
          </p15:clr>
        </p15:guide>
        <p15:guide id="12" orient="horz" pos="3600">
          <p15:clr>
            <a:srgbClr val="F26B43"/>
          </p15:clr>
        </p15:guide>
        <p15:guide id="13" orient="horz" pos="3360">
          <p15:clr>
            <a:srgbClr val="F26B43"/>
          </p15:clr>
        </p15:guide>
        <p15:guide id="14" orient="horz" pos="4320">
          <p15:clr>
            <a:srgbClr val="F26B43"/>
          </p15:clr>
        </p15:guide>
        <p15:guide id="15" orient="horz" pos="4560">
          <p15:clr>
            <a:srgbClr val="F26B43"/>
          </p15:clr>
        </p15:guide>
        <p15:guide id="16" orient="horz" pos="19200">
          <p15:clr>
            <a:srgbClr val="F26B43"/>
          </p15:clr>
        </p15:guide>
        <p15:guide id="17" pos="17568">
          <p15:clr>
            <a:srgbClr val="F26B43"/>
          </p15:clr>
        </p15:guide>
        <p15:guide id="18" pos="17938">
          <p15:clr>
            <a:srgbClr val="F26B43"/>
          </p15:clr>
        </p15:guide>
        <p15:guide id="19" pos="18679">
          <p15:clr>
            <a:srgbClr val="F26B43"/>
          </p15:clr>
        </p15:guide>
        <p15:guide id="20" pos="1904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2642BAB-3737-CE4C-874C-5EA986C6E360}"/>
              </a:ext>
            </a:extLst>
          </p:cNvPr>
          <p:cNvSpPr/>
          <p:nvPr/>
        </p:nvSpPr>
        <p:spPr>
          <a:xfrm>
            <a:off x="1645444" y="1469571"/>
            <a:ext cx="2798989" cy="1667934"/>
          </a:xfrm>
          <a:prstGeom prst="roundRect">
            <a:avLst>
              <a:gd name="adj" fmla="val 7029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A298CE-07C7-084B-B72C-D7D120AA24D1}"/>
              </a:ext>
            </a:extLst>
          </p:cNvPr>
          <p:cNvSpPr txBox="1"/>
          <p:nvPr/>
        </p:nvSpPr>
        <p:spPr>
          <a:xfrm>
            <a:off x="7873433" y="4521783"/>
            <a:ext cx="2592548" cy="620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voloria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et, cum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laboreium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cum,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core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volorest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exceatur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voluptas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eumquatendit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doluptatet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landignam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sania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escidit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min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reruptiaero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velis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maximus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aliquas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sequidisit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omnient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hit lam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eicias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nisin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accaborit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corehen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dendae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nonet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aperorepe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autatem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voles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odic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dolorrum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cores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doluptaturi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utemolorum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imusam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233BEC-D918-0A48-8894-42A92980A8AA}"/>
              </a:ext>
            </a:extLst>
          </p:cNvPr>
          <p:cNvSpPr txBox="1"/>
          <p:nvPr/>
        </p:nvSpPr>
        <p:spPr>
          <a:xfrm>
            <a:off x="7873433" y="5691997"/>
            <a:ext cx="2592548" cy="8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voloria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et, cum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laboreium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cum,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core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volorest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exceatur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voluptas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eumquatendit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doluptatet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landignam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sania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escidit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min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reruptiaero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velis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maximus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aliquas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sequidisit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omnient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hit lam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eicias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nisin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accaborit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corehen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dendae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nonet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aperorepe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autatem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voles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odic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dolorrum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cores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doluptaturi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utemolorum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imusam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idendaecabo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Nam quo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moluptatur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defTabSz="780653"/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eicias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nisin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accaborit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corehen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dendae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nonet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aperorepe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autatem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voles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odic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dolorrum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DA974-F7A9-C443-A9D9-DE40192BFC5F}"/>
              </a:ext>
            </a:extLst>
          </p:cNvPr>
          <p:cNvSpPr txBox="1"/>
          <p:nvPr/>
        </p:nvSpPr>
        <p:spPr>
          <a:xfrm>
            <a:off x="1771310" y="1520127"/>
            <a:ext cx="2452736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FB86953-067E-2243-9199-5828E9A57BF6}"/>
              </a:ext>
            </a:extLst>
          </p:cNvPr>
          <p:cNvSpPr/>
          <p:nvPr/>
        </p:nvSpPr>
        <p:spPr>
          <a:xfrm>
            <a:off x="1645444" y="3262885"/>
            <a:ext cx="2798989" cy="801115"/>
          </a:xfrm>
          <a:prstGeom prst="roundRect">
            <a:avLst>
              <a:gd name="adj" fmla="val 15679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CB3CD93F-7B36-1740-BF66-2421A3620ACD}"/>
              </a:ext>
            </a:extLst>
          </p:cNvPr>
          <p:cNvSpPr/>
          <p:nvPr/>
        </p:nvSpPr>
        <p:spPr>
          <a:xfrm>
            <a:off x="1645444" y="4189380"/>
            <a:ext cx="2798989" cy="2423692"/>
          </a:xfrm>
          <a:prstGeom prst="roundRect">
            <a:avLst>
              <a:gd name="adj" fmla="val 5504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1409F1-EFF0-184F-85F5-7EA24196BA8A}"/>
              </a:ext>
            </a:extLst>
          </p:cNvPr>
          <p:cNvSpPr txBox="1"/>
          <p:nvPr/>
        </p:nvSpPr>
        <p:spPr>
          <a:xfrm>
            <a:off x="1771310" y="3313441"/>
            <a:ext cx="2452736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Goal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18BA6E-2677-B748-A162-8B83DCDBD8E6}"/>
              </a:ext>
            </a:extLst>
          </p:cNvPr>
          <p:cNvSpPr txBox="1"/>
          <p:nvPr/>
        </p:nvSpPr>
        <p:spPr>
          <a:xfrm>
            <a:off x="1771310" y="4239936"/>
            <a:ext cx="2452736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Methods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92CF63D-2222-F94F-867D-42F630C136CA}"/>
              </a:ext>
            </a:extLst>
          </p:cNvPr>
          <p:cNvSpPr/>
          <p:nvPr/>
        </p:nvSpPr>
        <p:spPr>
          <a:xfrm>
            <a:off x="4696506" y="1469572"/>
            <a:ext cx="2798989" cy="5143500"/>
          </a:xfrm>
          <a:prstGeom prst="roundRect">
            <a:avLst>
              <a:gd name="adj" fmla="val 4654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F86EF8-8330-824F-AEC3-40BA084A203D}"/>
              </a:ext>
            </a:extLst>
          </p:cNvPr>
          <p:cNvSpPr txBox="1"/>
          <p:nvPr/>
        </p:nvSpPr>
        <p:spPr>
          <a:xfrm>
            <a:off x="4863582" y="1520127"/>
            <a:ext cx="2326821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Figures and Results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4EE89AA-6B4C-A645-A875-735E9B5ECFDF}"/>
              </a:ext>
            </a:extLst>
          </p:cNvPr>
          <p:cNvSpPr/>
          <p:nvPr/>
        </p:nvSpPr>
        <p:spPr>
          <a:xfrm>
            <a:off x="7741946" y="1469571"/>
            <a:ext cx="2804610" cy="2594429"/>
          </a:xfrm>
          <a:prstGeom prst="roundRect">
            <a:avLst>
              <a:gd name="adj" fmla="val 4834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2469223-559A-D34A-BE73-81C17CBC85E6}"/>
              </a:ext>
            </a:extLst>
          </p:cNvPr>
          <p:cNvSpPr txBox="1"/>
          <p:nvPr/>
        </p:nvSpPr>
        <p:spPr>
          <a:xfrm>
            <a:off x="7873433" y="1520127"/>
            <a:ext cx="2283327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C15FDD0-072E-284C-B679-0CBC181EA921}"/>
              </a:ext>
            </a:extLst>
          </p:cNvPr>
          <p:cNvSpPr/>
          <p:nvPr/>
        </p:nvSpPr>
        <p:spPr>
          <a:xfrm>
            <a:off x="7741946" y="4175449"/>
            <a:ext cx="2804610" cy="1058765"/>
          </a:xfrm>
          <a:prstGeom prst="roundRect">
            <a:avLst>
              <a:gd name="adj" fmla="val 10741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FAF4AE-5CA8-F544-938A-8DCEA6D15313}"/>
              </a:ext>
            </a:extLst>
          </p:cNvPr>
          <p:cNvSpPr txBox="1"/>
          <p:nvPr/>
        </p:nvSpPr>
        <p:spPr>
          <a:xfrm>
            <a:off x="7873433" y="4226005"/>
            <a:ext cx="2283327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Acknowledgments</a:t>
            </a:r>
            <a:endParaRPr lang="en-US" sz="1072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BAAB73C-E5E6-114C-A9DA-575177C0B389}"/>
              </a:ext>
            </a:extLst>
          </p:cNvPr>
          <p:cNvSpPr/>
          <p:nvPr/>
        </p:nvSpPr>
        <p:spPr>
          <a:xfrm>
            <a:off x="7741946" y="5347608"/>
            <a:ext cx="2804610" cy="1265464"/>
          </a:xfrm>
          <a:prstGeom prst="roundRect">
            <a:avLst>
              <a:gd name="adj" fmla="val 8900"/>
            </a:avLst>
          </a:prstGeom>
          <a:noFill/>
          <a:ln w="101600">
            <a:solidFill>
              <a:srgbClr val="BF57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endParaRPr lang="en-US" sz="1281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356E47-4A81-7D45-90D7-5903DFC81DAF}"/>
              </a:ext>
            </a:extLst>
          </p:cNvPr>
          <p:cNvSpPr txBox="1"/>
          <p:nvPr/>
        </p:nvSpPr>
        <p:spPr>
          <a:xfrm>
            <a:off x="7873433" y="5398163"/>
            <a:ext cx="2283327" cy="257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072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B1CB227-8D1C-E348-84AD-06F18B6E4815}"/>
                  </a:ext>
                </a:extLst>
              </p:cNvPr>
              <p:cNvSpPr txBox="1"/>
              <p:nvPr/>
            </p:nvSpPr>
            <p:spPr>
              <a:xfrm>
                <a:off x="1773209" y="1789275"/>
                <a:ext cx="2594684" cy="13619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780653"/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Capacitors are key components in many electrical systems because they store energy and help regulate voltage. A parallel-plate capacitor consists of two metal plates separated by an insulating material, and its capacitance depends on the size of the plates and the distance between them. For an air-filled capacitor, the formula </a:t>
                </a:r>
                <a14:m>
                  <m:oMath xmlns:m="http://schemas.openxmlformats.org/officeDocument/2006/math"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𝜖</m:t>
                        </m:r>
                      </m:e>
                      <m:sub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num>
                      <m:den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shows that capacitance increases with plate area and decreases as the plates are moved farther apart. Understanding this relationship is important for designing capacitors used in practical applications.</a:t>
                </a:r>
              </a:p>
              <a:p>
                <a:pPr defTabSz="780653"/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 this project, we tested how changing plate area and separation affects capacitance and stored energy. We used adjustable metal plates, a micrometer to measure distance, and a capacitance meter to take readings while keeping the applied voltage constant. Data was collected for different plate sizes and separations see how real measurements compare to theory.</a:t>
                </a:r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B1CB227-8D1C-E348-84AD-06F18B6E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209" y="1789275"/>
                <a:ext cx="2594684" cy="13619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EA8601F-31F3-C14A-BF17-B9C6854CA5E3}"/>
                  </a:ext>
                </a:extLst>
              </p:cNvPr>
              <p:cNvSpPr txBox="1"/>
              <p:nvPr/>
            </p:nvSpPr>
            <p:spPr>
              <a:xfrm>
                <a:off x="1773209" y="3595288"/>
                <a:ext cx="2594684" cy="3935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780653"/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 examine how plate area and plate separation affect the capacitance and energy storage of a parallel-plate capacitor, and to compare the measured results with the theoretical relationship </a:t>
                </a:r>
                <a14:m>
                  <m:oMath xmlns:m="http://schemas.openxmlformats.org/officeDocument/2006/math"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𝜖</m:t>
                        </m:r>
                      </m:e>
                      <m:sub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num>
                      <m:den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𝑑</m:t>
                        </m:r>
                      </m:den>
                    </m:f>
                  </m:oMath>
                </a14:m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2EA8601F-31F3-C14A-BF17-B9C6854CA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209" y="3595288"/>
                <a:ext cx="2594684" cy="3935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D66091E-E47C-CF42-A22A-669CB4253806}"/>
                  </a:ext>
                </a:extLst>
              </p:cNvPr>
              <p:cNvSpPr txBox="1"/>
              <p:nvPr/>
            </p:nvSpPr>
            <p:spPr>
              <a:xfrm>
                <a:off x="1773209" y="4427397"/>
                <a:ext cx="2594684" cy="920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defTabSz="780653"/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 conducted an experiment to measure how plate area and plate separation affect the capacitance of a parallel-plate capacitor. The setup included two adjustable metal plates, a fixed voltage source, and a digital capacitance meter. For the first set of trials (N=1 to N=6), plate separation was kept constant while plate area was varied in increments. For the second set, plate area was fixed while plate separation was adjusted; at each configuration, capacitance was recorded, and energy was calculated using </a:t>
                </a:r>
                <a14:m>
                  <m:oMath xmlns:m="http://schemas.openxmlformats.org/officeDocument/2006/math"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f>
                      <m:f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num>
                      <m:den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den>
                    </m:f>
                    <m:r>
                      <a:rPr lang="en-US" sz="572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sSup>
                      <m:sSupPr>
                        <m:ctrlP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𝑉</m:t>
                        </m:r>
                      </m:e>
                      <m:sup>
                        <m:r>
                          <a:rPr lang="en-US" sz="572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572" dirty="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All measurements were repeated to ensure consistency and accuracy.</a:t>
                </a: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D66091E-E47C-CF42-A22A-669CB4253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209" y="4427397"/>
                <a:ext cx="2594684" cy="9205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79C029F1-D5E2-A842-A19B-DC4969111E24}"/>
              </a:ext>
            </a:extLst>
          </p:cNvPr>
          <p:cNvSpPr txBox="1"/>
          <p:nvPr/>
        </p:nvSpPr>
        <p:spPr>
          <a:xfrm>
            <a:off x="7873433" y="3596455"/>
            <a:ext cx="2597105" cy="356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Ga. Ro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versperum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omnienderi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sinvele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eos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occupta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temquia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nobisciur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dolenem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oluptam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ne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nonessumqui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doluptatem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exeribus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id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eveliquam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qui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nisqui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eiciunt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CD2C2A-F064-084C-B9FF-1CE5B53E4E32}"/>
              </a:ext>
            </a:extLst>
          </p:cNvPr>
          <p:cNvSpPr txBox="1"/>
          <p:nvPr/>
        </p:nvSpPr>
        <p:spPr>
          <a:xfrm>
            <a:off x="4805279" y="5787291"/>
            <a:ext cx="2581433" cy="708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verepe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sectis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incto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etusda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delectet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eaque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simusda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ndanimus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sin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rem id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maximillut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enduci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corecta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alicimp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oriaeperum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iusaeped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abor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senet a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quibus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apienda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versper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feriti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quamus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arum es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endellu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pisquia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audam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earupid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quo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odigniscil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verios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nonsequam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duciis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</a:t>
            </a:r>
          </a:p>
          <a:p>
            <a:pPr defTabSz="780653"/>
            <a:endParaRPr lang="en-US" sz="572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C7482B-E913-3C49-AF7C-0ACF650610EA}"/>
              </a:ext>
            </a:extLst>
          </p:cNvPr>
          <p:cNvSpPr txBox="1"/>
          <p:nvPr/>
        </p:nvSpPr>
        <p:spPr>
          <a:xfrm>
            <a:off x="4805279" y="4974783"/>
            <a:ext cx="2581433" cy="7966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verepe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sectis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incto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etusda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delectet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eaque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simusda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ndanimus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sin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rem id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maximillut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enduci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corecta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alicimp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oriaeperum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iusaeped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abor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senet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quibus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dolutatur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sedit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apienda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versper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feriti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quamus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arum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endellu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pisquia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audam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earupid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quo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odigniscil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verios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nonsequam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duciis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apienda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versper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feriti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dolo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quamus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arum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endellu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pisquia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aditatur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audam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earupid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quo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quunt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odigniscil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earum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verios</a:t>
            </a:r>
            <a:r>
              <a:rPr lang="en-US" sz="572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572" dirty="0" err="1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nonsequam</a:t>
            </a:r>
            <a:endParaRPr lang="en-US" sz="572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32F4CD2-D53A-6945-A147-AA4161801A71}"/>
              </a:ext>
            </a:extLst>
          </p:cNvPr>
          <p:cNvSpPr/>
          <p:nvPr/>
        </p:nvSpPr>
        <p:spPr>
          <a:xfrm>
            <a:off x="7873433" y="1845712"/>
            <a:ext cx="2547257" cy="164100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r>
              <a:rPr lang="en-US" sz="128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figures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B2525F-971E-E941-B2D3-728BCEFFCCFB}"/>
              </a:ext>
            </a:extLst>
          </p:cNvPr>
          <p:cNvSpPr txBox="1"/>
          <p:nvPr/>
        </p:nvSpPr>
        <p:spPr>
          <a:xfrm>
            <a:off x="1645444" y="181429"/>
            <a:ext cx="6036469" cy="6727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1886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Plate Area and Separation Affect Capacitance and Energy Storage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415905-C185-1D48-A064-6465FD424184}"/>
              </a:ext>
            </a:extLst>
          </p:cNvPr>
          <p:cNvSpPr txBox="1"/>
          <p:nvPr/>
        </p:nvSpPr>
        <p:spPr>
          <a:xfrm>
            <a:off x="1645444" y="847608"/>
            <a:ext cx="5758361" cy="488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80653"/>
            <a:r>
              <a:rPr lang="en-US" sz="857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Abdon Morales</a:t>
            </a:r>
            <a:r>
              <a:rPr lang="en-US" sz="857" baseline="30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1,2</a:t>
            </a:r>
            <a:br>
              <a:rPr lang="en-US" sz="857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57" baseline="30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857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Department of Economics, College of Liberal Arts </a:t>
            </a:r>
            <a:r>
              <a:rPr lang="en-US" sz="857" baseline="30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857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Department of Computer Science, College of Natural Sciences, The University of Texas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A4A6E80-0E66-9041-B5D8-C077DADA2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7567" y="242088"/>
            <a:ext cx="2152853" cy="310558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D903B466-646C-2D4A-BD19-7AA4D5AE665B}"/>
              </a:ext>
            </a:extLst>
          </p:cNvPr>
          <p:cNvSpPr/>
          <p:nvPr/>
        </p:nvSpPr>
        <p:spPr>
          <a:xfrm>
            <a:off x="7747567" y="634289"/>
            <a:ext cx="1887651" cy="59675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r>
              <a:rPr lang="en-US" sz="128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logo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887E75FA-C034-2447-9AFA-253A4A8F5217}"/>
              </a:ext>
            </a:extLst>
          </p:cNvPr>
          <p:cNvSpPr/>
          <p:nvPr/>
        </p:nvSpPr>
        <p:spPr>
          <a:xfrm>
            <a:off x="9751559" y="634289"/>
            <a:ext cx="794997" cy="590354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80653"/>
            <a:r>
              <a:rPr lang="en-US" sz="128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logo</a:t>
            </a:r>
          </a:p>
        </p:txBody>
      </p:sp>
      <p:pic>
        <p:nvPicPr>
          <p:cNvPr id="5" name="Picture 4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C498A840-B2C8-4383-7568-2620CE9B64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459" y="3560934"/>
            <a:ext cx="2547253" cy="1678218"/>
          </a:xfrm>
          <a:prstGeom prst="rect">
            <a:avLst/>
          </a:prstGeom>
        </p:spPr>
      </p:pic>
      <p:pic>
        <p:nvPicPr>
          <p:cNvPr id="7" name="Picture 6" descr="A graph with a red line&#10;&#10;AI-generated content may be incorrect.">
            <a:extLst>
              <a:ext uri="{FF2B5EF4-FFF2-40B4-BE49-F238E27FC236}">
                <a16:creationId xmlns:a16="http://schemas.microsoft.com/office/drawing/2014/main" id="{56CDAAF2-1818-9EB6-09DE-0325CCB1250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459" y="1826242"/>
            <a:ext cx="2547257" cy="169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292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REE COLUMN - 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3492</TotalTime>
  <Words>711</Words>
  <Application>Microsoft Office PowerPoint</Application>
  <PresentationFormat>Widescreen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Calibri Light</vt:lpstr>
      <vt:lpstr>Cambria Math</vt:lpstr>
      <vt:lpstr>Office Theme</vt:lpstr>
      <vt:lpstr>THREE COLUMN - 1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Morales, Abdon</dc:creator>
  <cp:lastModifiedBy>Morales, Abdon</cp:lastModifiedBy>
  <cp:revision>1</cp:revision>
  <dcterms:created xsi:type="dcterms:W3CDTF">2025-11-27T10:46:25Z</dcterms:created>
  <dcterms:modified xsi:type="dcterms:W3CDTF">2025-12-03T17:44:23Z</dcterms:modified>
</cp:coreProperties>
</file>