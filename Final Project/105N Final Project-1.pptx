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5" r:id="rId4"/>
    <p:sldId id="260" r:id="rId5"/>
    <p:sldId id="261" r:id="rId6"/>
    <p:sldId id="262" r:id="rId7"/>
    <p:sldId id="263" r:id="rId8"/>
    <p:sldId id="264"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72"/>
    <p:restoredTop sz="94718"/>
  </p:normalViewPr>
  <p:slideViewPr>
    <p:cSldViewPr snapToGrid="0">
      <p:cViewPr varScale="1">
        <p:scale>
          <a:sx n="113" d="100"/>
          <a:sy n="113" d="100"/>
        </p:scale>
        <p:origin x="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B2D21EA-A172-4802-AAA7-F037FAAD6A97}" type="datetimeFigureOut">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807514-DE8C-42E8-85E1-3654405492B9}" type="slidenum">
              <a:rPr lang="en-US" smtClean="0"/>
              <a:t>‹#›</a:t>
            </a:fld>
            <a:endParaRPr lang="en-US"/>
          </a:p>
        </p:txBody>
      </p:sp>
    </p:spTree>
    <p:extLst>
      <p:ext uri="{BB962C8B-B14F-4D97-AF65-F5344CB8AC3E}">
        <p14:creationId xmlns:p14="http://schemas.microsoft.com/office/powerpoint/2010/main" val="3080765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2D21EA-A172-4802-AAA7-F037FAAD6A97}" type="datetimeFigureOut">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807514-DE8C-42E8-85E1-3654405492B9}" type="slidenum">
              <a:rPr lang="en-US" smtClean="0"/>
              <a:t>‹#›</a:t>
            </a:fld>
            <a:endParaRPr lang="en-US"/>
          </a:p>
        </p:txBody>
      </p:sp>
    </p:spTree>
    <p:extLst>
      <p:ext uri="{BB962C8B-B14F-4D97-AF65-F5344CB8AC3E}">
        <p14:creationId xmlns:p14="http://schemas.microsoft.com/office/powerpoint/2010/main" val="602813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B2D21EA-A172-4802-AAA7-F037FAAD6A97}" type="datetimeFigureOut">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807514-DE8C-42E8-85E1-3654405492B9}" type="slidenum">
              <a:rPr lang="en-US" smtClean="0"/>
              <a:t>‹#›</a:t>
            </a:fld>
            <a:endParaRPr lang="en-US"/>
          </a:p>
        </p:txBody>
      </p:sp>
    </p:spTree>
    <p:extLst>
      <p:ext uri="{BB962C8B-B14F-4D97-AF65-F5344CB8AC3E}">
        <p14:creationId xmlns:p14="http://schemas.microsoft.com/office/powerpoint/2010/main" val="1380753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B2D21EA-A172-4802-AAA7-F037FAAD6A97}" type="datetimeFigureOut">
              <a:rPr lang="en-US" smtClean="0"/>
              <a:t>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807514-DE8C-42E8-85E1-3654405492B9}" type="slidenum">
              <a:rPr lang="en-US" smtClean="0"/>
              <a:t>‹#›</a:t>
            </a:fld>
            <a:endParaRPr lang="en-US"/>
          </a:p>
        </p:txBody>
      </p:sp>
    </p:spTree>
    <p:extLst>
      <p:ext uri="{BB962C8B-B14F-4D97-AF65-F5344CB8AC3E}">
        <p14:creationId xmlns:p14="http://schemas.microsoft.com/office/powerpoint/2010/main" val="1173737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B2D21EA-A172-4802-AAA7-F037FAAD6A97}" type="datetimeFigureOut">
              <a:rPr lang="en-US" smtClean="0"/>
              <a:t>11/7/25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807514-DE8C-42E8-85E1-3654405492B9}" type="slidenum">
              <a:rPr lang="en-US" smtClean="0"/>
              <a:t>‹#›</a:t>
            </a:fld>
            <a:endParaRPr lang="en-US"/>
          </a:p>
        </p:txBody>
      </p:sp>
    </p:spTree>
    <p:extLst>
      <p:ext uri="{BB962C8B-B14F-4D97-AF65-F5344CB8AC3E}">
        <p14:creationId xmlns:p14="http://schemas.microsoft.com/office/powerpoint/2010/main" val="3668404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B2D21EA-A172-4802-AAA7-F037FAAD6A97}" type="datetimeFigureOut">
              <a:rPr lang="en-US" smtClean="0"/>
              <a:t>11/7/25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807514-DE8C-42E8-85E1-3654405492B9}" type="slidenum">
              <a:rPr lang="en-US" smtClean="0"/>
              <a:t>‹#›</a:t>
            </a:fld>
            <a:endParaRPr lang="en-US"/>
          </a:p>
        </p:txBody>
      </p:sp>
    </p:spTree>
    <p:extLst>
      <p:ext uri="{BB962C8B-B14F-4D97-AF65-F5344CB8AC3E}">
        <p14:creationId xmlns:p14="http://schemas.microsoft.com/office/powerpoint/2010/main" val="3744725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2D21EA-A172-4802-AAA7-F037FAAD6A97}" type="datetimeFigureOut">
              <a:rPr lang="en-US" smtClean="0"/>
              <a:t>11/7/25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807514-DE8C-42E8-85E1-3654405492B9}" type="slidenum">
              <a:rPr lang="en-US" smtClean="0"/>
              <a:t>‹#›</a:t>
            </a:fld>
            <a:endParaRPr lang="en-US"/>
          </a:p>
        </p:txBody>
      </p:sp>
    </p:spTree>
    <p:extLst>
      <p:ext uri="{BB962C8B-B14F-4D97-AF65-F5344CB8AC3E}">
        <p14:creationId xmlns:p14="http://schemas.microsoft.com/office/powerpoint/2010/main" val="1309552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B2D21EA-A172-4802-AAA7-F037FAAD6A97}" type="datetimeFigureOut">
              <a:rPr lang="en-US" smtClean="0"/>
              <a:t>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807514-DE8C-42E8-85E1-3654405492B9}" type="slidenum">
              <a:rPr lang="en-US" smtClean="0"/>
              <a:t>‹#›</a:t>
            </a:fld>
            <a:endParaRPr lang="en-US"/>
          </a:p>
        </p:txBody>
      </p:sp>
    </p:spTree>
    <p:extLst>
      <p:ext uri="{BB962C8B-B14F-4D97-AF65-F5344CB8AC3E}">
        <p14:creationId xmlns:p14="http://schemas.microsoft.com/office/powerpoint/2010/main" val="3765873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B2D21EA-A172-4802-AAA7-F037FAAD6A97}" type="datetimeFigureOut">
              <a:rPr lang="en-US" smtClean="0"/>
              <a:t>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807514-DE8C-42E8-85E1-3654405492B9}" type="slidenum">
              <a:rPr lang="en-US" smtClean="0"/>
              <a:t>‹#›</a:t>
            </a:fld>
            <a:endParaRPr lang="en-US"/>
          </a:p>
        </p:txBody>
      </p:sp>
    </p:spTree>
    <p:extLst>
      <p:ext uri="{BB962C8B-B14F-4D97-AF65-F5344CB8AC3E}">
        <p14:creationId xmlns:p14="http://schemas.microsoft.com/office/powerpoint/2010/main" val="3581281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2D21EA-A172-4802-AAA7-F037FAAD6A97}" type="datetimeFigureOut">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807514-DE8C-42E8-85E1-3654405492B9}" type="slidenum">
              <a:rPr lang="en-US" smtClean="0"/>
              <a:t>‹#›</a:t>
            </a:fld>
            <a:endParaRPr lang="en-US"/>
          </a:p>
        </p:txBody>
      </p:sp>
    </p:spTree>
    <p:extLst>
      <p:ext uri="{BB962C8B-B14F-4D97-AF65-F5344CB8AC3E}">
        <p14:creationId xmlns:p14="http://schemas.microsoft.com/office/powerpoint/2010/main" val="2303110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2D21EA-A172-4802-AAA7-F037FAAD6A97}" type="datetimeFigureOut">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807514-DE8C-42E8-85E1-3654405492B9}" type="slidenum">
              <a:rPr lang="en-US" smtClean="0"/>
              <a:t>‹#›</a:t>
            </a:fld>
            <a:endParaRPr lang="en-US"/>
          </a:p>
        </p:txBody>
      </p:sp>
    </p:spTree>
    <p:extLst>
      <p:ext uri="{BB962C8B-B14F-4D97-AF65-F5344CB8AC3E}">
        <p14:creationId xmlns:p14="http://schemas.microsoft.com/office/powerpoint/2010/main" val="858857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2D21EA-A172-4802-AAA7-F037FAAD6A97}" type="datetimeFigureOut">
              <a:rPr lang="en-US" smtClean="0"/>
              <a:t>11/7/25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807514-DE8C-42E8-85E1-3654405492B9}" type="slidenum">
              <a:rPr lang="en-US" smtClean="0"/>
              <a:t>‹#›</a:t>
            </a:fld>
            <a:endParaRPr lang="en-US"/>
          </a:p>
        </p:txBody>
      </p:sp>
    </p:spTree>
    <p:extLst>
      <p:ext uri="{BB962C8B-B14F-4D97-AF65-F5344CB8AC3E}">
        <p14:creationId xmlns:p14="http://schemas.microsoft.com/office/powerpoint/2010/main" val="1250113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PHY 105N</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98289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Looking Ahead</a:t>
            </a:r>
          </a:p>
        </p:txBody>
      </p:sp>
      <p:sp>
        <p:nvSpPr>
          <p:cNvPr id="3" name="Content Placeholder 2"/>
          <p:cNvSpPr>
            <a:spLocks noGrp="1"/>
          </p:cNvSpPr>
          <p:nvPr>
            <p:ph idx="1"/>
          </p:nvPr>
        </p:nvSpPr>
        <p:spPr/>
        <p:txBody>
          <a:bodyPr/>
          <a:lstStyle/>
          <a:p>
            <a:r>
              <a:rPr lang="en-US" dirty="0"/>
              <a:t>Half credit back assignment</a:t>
            </a:r>
          </a:p>
          <a:p>
            <a:r>
              <a:rPr lang="en-US" dirty="0"/>
              <a:t>Make Up Labs</a:t>
            </a:r>
          </a:p>
          <a:p>
            <a:r>
              <a:rPr lang="en-US" dirty="0"/>
              <a:t>Final Project</a:t>
            </a:r>
          </a:p>
          <a:p>
            <a:pPr marL="0" indent="0">
              <a:buNone/>
            </a:pPr>
            <a:endParaRPr lang="en-US" dirty="0"/>
          </a:p>
        </p:txBody>
      </p:sp>
    </p:spTree>
    <p:extLst>
      <p:ext uri="{BB962C8B-B14F-4D97-AF65-F5344CB8AC3E}">
        <p14:creationId xmlns:p14="http://schemas.microsoft.com/office/powerpoint/2010/main" val="2198488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8C71D-60A2-5DB9-61D2-C3544FAF57E1}"/>
              </a:ext>
            </a:extLst>
          </p:cNvPr>
          <p:cNvSpPr>
            <a:spLocks noGrp="1"/>
          </p:cNvSpPr>
          <p:nvPr>
            <p:ph type="title"/>
          </p:nvPr>
        </p:nvSpPr>
        <p:spPr/>
        <p:txBody>
          <a:bodyPr/>
          <a:lstStyle/>
          <a:p>
            <a:pPr algn="ctr"/>
            <a:r>
              <a:rPr lang="en-US" dirty="0"/>
              <a:t>Half Credit Back Assignment</a:t>
            </a:r>
          </a:p>
        </p:txBody>
      </p:sp>
      <p:sp>
        <p:nvSpPr>
          <p:cNvPr id="3" name="Content Placeholder 2">
            <a:extLst>
              <a:ext uri="{FF2B5EF4-FFF2-40B4-BE49-F238E27FC236}">
                <a16:creationId xmlns:a16="http://schemas.microsoft.com/office/drawing/2014/main" id="{962B2EB1-48EB-5945-BDBE-8A1872FD7B14}"/>
              </a:ext>
            </a:extLst>
          </p:cNvPr>
          <p:cNvSpPr>
            <a:spLocks noGrp="1"/>
          </p:cNvSpPr>
          <p:nvPr>
            <p:ph idx="1"/>
          </p:nvPr>
        </p:nvSpPr>
        <p:spPr/>
        <p:txBody>
          <a:bodyPr>
            <a:normAutofit/>
          </a:bodyPr>
          <a:lstStyle/>
          <a:p>
            <a:r>
              <a:rPr lang="en-US" dirty="0"/>
              <a:t>There will be a second resubmission for 1/2 credit back.</a:t>
            </a:r>
          </a:p>
          <a:p>
            <a:r>
              <a:rPr lang="en-US" dirty="0"/>
              <a:t>This may be a simple matter of correcting some mistakes in your analysis, conclusions, or the way you wrote up the notes. If so, feel free to go ahead and make the changes. You must Highlight the changes somehow so they are clear and resubmit it to your TA.</a:t>
            </a:r>
          </a:p>
          <a:p>
            <a:r>
              <a:rPr lang="en-US" dirty="0"/>
              <a:t>If you need to redo parts of the experiment to address the feedback you got on your report, you may do so during the make up weeks. </a:t>
            </a:r>
          </a:p>
          <a:p>
            <a:r>
              <a:rPr lang="en-US" dirty="0"/>
              <a:t>The assignment will be due December 8</a:t>
            </a:r>
            <a:r>
              <a:rPr lang="en-US" baseline="30000" dirty="0"/>
              <a:t>th</a:t>
            </a:r>
            <a:r>
              <a:rPr lang="en-US" dirty="0"/>
              <a:t> by the end of the day</a:t>
            </a:r>
          </a:p>
        </p:txBody>
      </p:sp>
    </p:spTree>
    <p:extLst>
      <p:ext uri="{BB962C8B-B14F-4D97-AF65-F5344CB8AC3E}">
        <p14:creationId xmlns:p14="http://schemas.microsoft.com/office/powerpoint/2010/main" val="2775722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Final Project</a:t>
            </a:r>
          </a:p>
        </p:txBody>
      </p:sp>
      <p:pic>
        <p:nvPicPr>
          <p:cNvPr id="4" name="Picture 3"/>
          <p:cNvPicPr>
            <a:picLocks noChangeAspect="1"/>
          </p:cNvPicPr>
          <p:nvPr/>
        </p:nvPicPr>
        <p:blipFill>
          <a:blip r:embed="rId2"/>
          <a:stretch>
            <a:fillRect/>
          </a:stretch>
        </p:blipFill>
        <p:spPr>
          <a:xfrm>
            <a:off x="223018" y="2332331"/>
            <a:ext cx="11745964" cy="2791215"/>
          </a:xfrm>
          <a:prstGeom prst="rect">
            <a:avLst/>
          </a:prstGeom>
        </p:spPr>
      </p:pic>
    </p:spTree>
    <p:extLst>
      <p:ext uri="{BB962C8B-B14F-4D97-AF65-F5344CB8AC3E}">
        <p14:creationId xmlns:p14="http://schemas.microsoft.com/office/powerpoint/2010/main" val="3121841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Final Project</a:t>
            </a:r>
          </a:p>
        </p:txBody>
      </p:sp>
      <p:sp>
        <p:nvSpPr>
          <p:cNvPr id="3" name="Content Placeholder 2"/>
          <p:cNvSpPr>
            <a:spLocks noGrp="1"/>
          </p:cNvSpPr>
          <p:nvPr>
            <p:ph idx="1"/>
          </p:nvPr>
        </p:nvSpPr>
        <p:spPr/>
        <p:txBody>
          <a:bodyPr/>
          <a:lstStyle/>
          <a:p>
            <a:r>
              <a:rPr lang="en-US" dirty="0"/>
              <a:t>The project is explained in a manual just like a lab is. Key points:</a:t>
            </a:r>
          </a:p>
          <a:p>
            <a:endParaRPr lang="en-US" dirty="0"/>
          </a:p>
          <a:p>
            <a:r>
              <a:rPr lang="en-US" dirty="0"/>
              <a:t>Individual assignment!</a:t>
            </a:r>
          </a:p>
          <a:p>
            <a:r>
              <a:rPr lang="en-US" dirty="0"/>
              <a:t>Needs to be original – standard test is two major differences from any previous lab</a:t>
            </a:r>
          </a:p>
          <a:p>
            <a:r>
              <a:rPr lang="en-US" dirty="0"/>
              <a:t>Any physics topic is acceptable, including Physics I topics</a:t>
            </a:r>
          </a:p>
          <a:p>
            <a:r>
              <a:rPr lang="en-US" dirty="0"/>
              <a:t>There is only a Part 1, no Part 2 needed</a:t>
            </a:r>
          </a:p>
          <a:p>
            <a:r>
              <a:rPr lang="en-US" dirty="0"/>
              <a:t>Poster is the product, not lab notes</a:t>
            </a:r>
          </a:p>
          <a:p>
            <a:endParaRPr lang="en-US" dirty="0"/>
          </a:p>
        </p:txBody>
      </p:sp>
    </p:spTree>
    <p:extLst>
      <p:ext uri="{BB962C8B-B14F-4D97-AF65-F5344CB8AC3E}">
        <p14:creationId xmlns:p14="http://schemas.microsoft.com/office/powerpoint/2010/main" val="739967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Final Project</a:t>
            </a:r>
          </a:p>
        </p:txBody>
      </p:sp>
      <p:sp>
        <p:nvSpPr>
          <p:cNvPr id="3" name="Content Placeholder 2"/>
          <p:cNvSpPr>
            <a:spLocks noGrp="1"/>
          </p:cNvSpPr>
          <p:nvPr>
            <p:ph idx="1"/>
          </p:nvPr>
        </p:nvSpPr>
        <p:spPr/>
        <p:txBody>
          <a:bodyPr/>
          <a:lstStyle/>
          <a:p>
            <a:r>
              <a:rPr lang="en-US" dirty="0"/>
              <a:t>The grading rubric is in the manual. It is meant to match previous assignments to the extent possible.</a:t>
            </a:r>
          </a:p>
        </p:txBody>
      </p:sp>
      <p:pic>
        <p:nvPicPr>
          <p:cNvPr id="4" name="Picture 3"/>
          <p:cNvPicPr>
            <a:picLocks noChangeAspect="1"/>
          </p:cNvPicPr>
          <p:nvPr/>
        </p:nvPicPr>
        <p:blipFill>
          <a:blip r:embed="rId2"/>
          <a:stretch>
            <a:fillRect/>
          </a:stretch>
        </p:blipFill>
        <p:spPr>
          <a:xfrm>
            <a:off x="2232323" y="2655740"/>
            <a:ext cx="7973538" cy="3867690"/>
          </a:xfrm>
          <a:prstGeom prst="rect">
            <a:avLst/>
          </a:prstGeom>
        </p:spPr>
      </p:pic>
    </p:spTree>
    <p:extLst>
      <p:ext uri="{BB962C8B-B14F-4D97-AF65-F5344CB8AC3E}">
        <p14:creationId xmlns:p14="http://schemas.microsoft.com/office/powerpoint/2010/main" val="3676024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Final Project</a:t>
            </a:r>
          </a:p>
        </p:txBody>
      </p:sp>
      <p:sp>
        <p:nvSpPr>
          <p:cNvPr id="3" name="Content Placeholder 2"/>
          <p:cNvSpPr>
            <a:spLocks noGrp="1"/>
          </p:cNvSpPr>
          <p:nvPr>
            <p:ph idx="1"/>
          </p:nvPr>
        </p:nvSpPr>
        <p:spPr/>
        <p:txBody>
          <a:bodyPr/>
          <a:lstStyle/>
          <a:p>
            <a:r>
              <a:rPr lang="en-US" dirty="0"/>
              <a:t>Good examples of final projects:</a:t>
            </a:r>
          </a:p>
          <a:p>
            <a:pPr marL="0" indent="0">
              <a:buNone/>
            </a:pPr>
            <a:r>
              <a:rPr lang="en-US" dirty="0"/>
              <a:t>-Student measured rotation rate of two different divers multiple times and compared the angular velocities with a t-score</a:t>
            </a:r>
          </a:p>
          <a:p>
            <a:pPr marL="0" indent="0">
              <a:buNone/>
            </a:pPr>
            <a:r>
              <a:rPr lang="en-US" dirty="0"/>
              <a:t>-Student measured sound intensity vs. distance and found evidence of dissipation</a:t>
            </a:r>
          </a:p>
          <a:p>
            <a:pPr marL="0" indent="0">
              <a:buNone/>
            </a:pPr>
            <a:r>
              <a:rPr lang="en-US" dirty="0"/>
              <a:t>-Student made friends with a geosciences professor and did radioactive dating on his rock collection</a:t>
            </a:r>
          </a:p>
          <a:p>
            <a:pPr marL="0" indent="0">
              <a:buNone/>
            </a:pPr>
            <a:r>
              <a:rPr lang="en-US" dirty="0"/>
              <a:t>-Students studied refraction in glass. They did a linear fit to see if Sin(theta1)=n Sin(theta2)</a:t>
            </a:r>
          </a:p>
        </p:txBody>
      </p:sp>
    </p:spTree>
    <p:extLst>
      <p:ext uri="{BB962C8B-B14F-4D97-AF65-F5344CB8AC3E}">
        <p14:creationId xmlns:p14="http://schemas.microsoft.com/office/powerpoint/2010/main" val="2082778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Final Project</a:t>
            </a:r>
          </a:p>
        </p:txBody>
      </p:sp>
      <p:sp>
        <p:nvSpPr>
          <p:cNvPr id="3" name="Content Placeholder 2"/>
          <p:cNvSpPr>
            <a:spLocks noGrp="1"/>
          </p:cNvSpPr>
          <p:nvPr>
            <p:ph idx="1"/>
          </p:nvPr>
        </p:nvSpPr>
        <p:spPr/>
        <p:txBody>
          <a:bodyPr>
            <a:normAutofit fontScale="85000" lnSpcReduction="20000"/>
          </a:bodyPr>
          <a:lstStyle/>
          <a:p>
            <a:r>
              <a:rPr lang="en-US" dirty="0"/>
              <a:t>Bad examples of final projects:</a:t>
            </a:r>
          </a:p>
          <a:p>
            <a:pPr marL="0" indent="0">
              <a:buNone/>
            </a:pPr>
            <a:r>
              <a:rPr lang="en-US" dirty="0"/>
              <a:t>-Student checked if their toothbrush is radioactive (this is just Part 1 of Geiger Counter lab)</a:t>
            </a:r>
          </a:p>
          <a:p>
            <a:pPr marL="0" indent="0">
              <a:buNone/>
            </a:pPr>
            <a:r>
              <a:rPr lang="en-US" dirty="0">
                <a:sym typeface="Wingdings" panose="05000000000000000000" pitchFamily="2" charset="2"/>
              </a:rPr>
              <a:t>Instead, identify something which theoretically should or may be radioactive and check if it is.</a:t>
            </a:r>
          </a:p>
          <a:p>
            <a:pPr marL="0" indent="0">
              <a:buNone/>
            </a:pPr>
            <a:r>
              <a:rPr lang="en-US" dirty="0">
                <a:sym typeface="Wingdings" panose="05000000000000000000" pitchFamily="2" charset="2"/>
              </a:rPr>
              <a:t>-Student measured the speed of sound by finding the frequency and wavelength using a smartphone app and got “exact agreement”</a:t>
            </a:r>
          </a:p>
          <a:p>
            <a:pPr marL="0" indent="0">
              <a:buNone/>
            </a:pPr>
            <a:r>
              <a:rPr lang="en-US" dirty="0">
                <a:sym typeface="Wingdings" panose="05000000000000000000" pitchFamily="2" charset="2"/>
              </a:rPr>
              <a:t>Instead pluck a string or vibrate a tuning fork etc. and measure frequency and wavelength independently, compare w/ velocity</a:t>
            </a:r>
          </a:p>
          <a:p>
            <a:pPr marL="0" indent="0">
              <a:buNone/>
            </a:pPr>
            <a:r>
              <a:rPr lang="en-US" dirty="0">
                <a:sym typeface="Wingdings" panose="05000000000000000000" pitchFamily="2" charset="2"/>
              </a:rPr>
              <a:t>-Student took a picture of himself playing a guitar, and wrote some text about how he measured frequencies and compared them to the manufacturer’s values</a:t>
            </a:r>
          </a:p>
          <a:p>
            <a:pPr marL="0" indent="0">
              <a:buNone/>
            </a:pPr>
            <a:r>
              <a:rPr lang="en-US" dirty="0">
                <a:sym typeface="Wingdings" panose="05000000000000000000" pitchFamily="2" charset="2"/>
              </a:rPr>
              <a:t>Need to test a physics model, e.g. f=</a:t>
            </a:r>
            <a:r>
              <a:rPr lang="en-US" dirty="0" err="1">
                <a:sym typeface="Wingdings" panose="05000000000000000000" pitchFamily="2" charset="2"/>
              </a:rPr>
              <a:t>nc</a:t>
            </a:r>
            <a:r>
              <a:rPr lang="en-US" dirty="0">
                <a:sym typeface="Wingdings" panose="05000000000000000000" pitchFamily="2" charset="2"/>
              </a:rPr>
              <a:t>/2L</a:t>
            </a:r>
            <a:endParaRPr lang="en-US" dirty="0"/>
          </a:p>
        </p:txBody>
      </p:sp>
    </p:spTree>
    <p:extLst>
      <p:ext uri="{BB962C8B-B14F-4D97-AF65-F5344CB8AC3E}">
        <p14:creationId xmlns:p14="http://schemas.microsoft.com/office/powerpoint/2010/main" val="322180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E5C73-62CE-5978-9A12-F037CBB8AB83}"/>
              </a:ext>
            </a:extLst>
          </p:cNvPr>
          <p:cNvSpPr>
            <a:spLocks noGrp="1"/>
          </p:cNvSpPr>
          <p:nvPr>
            <p:ph type="title"/>
          </p:nvPr>
        </p:nvSpPr>
        <p:spPr/>
        <p:txBody>
          <a:bodyPr/>
          <a:lstStyle/>
          <a:p>
            <a:pPr algn="ctr"/>
            <a:r>
              <a:rPr lang="en-US" dirty="0"/>
              <a:t>Deadlines</a:t>
            </a:r>
          </a:p>
        </p:txBody>
      </p:sp>
      <p:sp>
        <p:nvSpPr>
          <p:cNvPr id="3" name="Content Placeholder 2">
            <a:extLst>
              <a:ext uri="{FF2B5EF4-FFF2-40B4-BE49-F238E27FC236}">
                <a16:creationId xmlns:a16="http://schemas.microsoft.com/office/drawing/2014/main" id="{DFCEA239-4255-DD99-0E94-4B4E462468F5}"/>
              </a:ext>
            </a:extLst>
          </p:cNvPr>
          <p:cNvSpPr>
            <a:spLocks noGrp="1"/>
          </p:cNvSpPr>
          <p:nvPr>
            <p:ph idx="1"/>
          </p:nvPr>
        </p:nvSpPr>
        <p:spPr/>
        <p:txBody>
          <a:bodyPr/>
          <a:lstStyle/>
          <a:p>
            <a:r>
              <a:rPr lang="en-US" dirty="0"/>
              <a:t>All make up labs, final projects, and resubmissions should be due December 8</a:t>
            </a:r>
            <a:r>
              <a:rPr lang="en-US" baseline="30000" dirty="0"/>
              <a:t>th</a:t>
            </a:r>
            <a:r>
              <a:rPr lang="en-US" dirty="0"/>
              <a:t>, the last day of classes.</a:t>
            </a:r>
          </a:p>
        </p:txBody>
      </p:sp>
    </p:spTree>
    <p:extLst>
      <p:ext uri="{BB962C8B-B14F-4D97-AF65-F5344CB8AC3E}">
        <p14:creationId xmlns:p14="http://schemas.microsoft.com/office/powerpoint/2010/main" val="25062079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293</TotalTime>
  <Words>452</Words>
  <Application>Microsoft Macintosh PowerPoint</Application>
  <PresentationFormat>Widescreen</PresentationFormat>
  <Paragraphs>37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Wingdings</vt:lpstr>
      <vt:lpstr>Office Theme</vt:lpstr>
      <vt:lpstr>PHY 105N</vt:lpstr>
      <vt:lpstr>Looking Ahead</vt:lpstr>
      <vt:lpstr>Half Credit Back Assignment</vt:lpstr>
      <vt:lpstr>Final Project</vt:lpstr>
      <vt:lpstr>Final Project</vt:lpstr>
      <vt:lpstr>Final Project</vt:lpstr>
      <vt:lpstr>Final Project</vt:lpstr>
      <vt:lpstr>Final Project</vt:lpstr>
      <vt:lpstr>Deadlines</vt:lpstr>
    </vt:vector>
  </TitlesOfParts>
  <Company>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 105M</dc:title>
  <dc:creator>Loveridge, Andrew J</dc:creator>
  <cp:lastModifiedBy>Soria, Ariana E</cp:lastModifiedBy>
  <cp:revision>16</cp:revision>
  <dcterms:created xsi:type="dcterms:W3CDTF">2023-06-30T17:10:25Z</dcterms:created>
  <dcterms:modified xsi:type="dcterms:W3CDTF">2025-11-07T15:18:59Z</dcterms:modified>
</cp:coreProperties>
</file>